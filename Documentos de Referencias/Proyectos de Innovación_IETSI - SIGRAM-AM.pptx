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205" r:id="rId2"/>
    <p:sldId id="3251" r:id="rId3"/>
    <p:sldId id="3259" r:id="rId4"/>
    <p:sldId id="3256" r:id="rId5"/>
    <p:sldId id="3260" r:id="rId6"/>
    <p:sldId id="3258" r:id="rId7"/>
    <p:sldId id="3264" r:id="rId8"/>
    <p:sldId id="3262" r:id="rId9"/>
    <p:sldId id="283" r:id="rId10"/>
    <p:sldId id="3233" r:id="rId11"/>
    <p:sldId id="3266" r:id="rId12"/>
    <p:sldId id="3265" r:id="rId13"/>
    <p:sldId id="3219" r:id="rId14"/>
  </p:sldIdLst>
  <p:sldSz cx="12192000" cy="6858000"/>
  <p:notesSz cx="6797675" cy="9926638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88600"/>
    <a:srgbClr val="0066CC"/>
    <a:srgbClr val="7ECFE2"/>
    <a:srgbClr val="3192A9"/>
    <a:srgbClr val="1EA8C8"/>
    <a:srgbClr val="005A9E"/>
    <a:srgbClr val="B7E4EF"/>
    <a:srgbClr val="196A93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5" autoAdjust="0"/>
    <p:restoredTop sz="95097" autoAdjust="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8BA6AE-961C-439E-9FFA-7B3FDF0ED302}" type="doc">
      <dgm:prSet loTypeId="urn:microsoft.com/office/officeart/2005/8/layout/cycle2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30E4E89D-CC0B-4D60-B262-0F2422CD2276}">
      <dgm:prSet custT="1"/>
      <dgm:spPr/>
      <dgm:t>
        <a:bodyPr/>
        <a:lstStyle/>
        <a:p>
          <a:r>
            <a:rPr lang="es-ES" sz="1400" dirty="0"/>
            <a:t>Emergencia</a:t>
          </a:r>
          <a:endParaRPr lang="es-PE" sz="1400" dirty="0"/>
        </a:p>
      </dgm:t>
    </dgm:pt>
    <dgm:pt modelId="{734E5C73-D93B-43EA-B45F-8465B56444E3}" type="parTrans" cxnId="{CBE4FC3C-8365-42EB-AF94-D7F0674BDD37}">
      <dgm:prSet/>
      <dgm:spPr/>
      <dgm:t>
        <a:bodyPr/>
        <a:lstStyle/>
        <a:p>
          <a:endParaRPr lang="es-PE"/>
        </a:p>
      </dgm:t>
    </dgm:pt>
    <dgm:pt modelId="{A629767C-0871-4216-96CA-3AC7ECCF16BD}" type="sibTrans" cxnId="{CBE4FC3C-8365-42EB-AF94-D7F0674BDD37}">
      <dgm:prSet/>
      <dgm:spPr/>
      <dgm:t>
        <a:bodyPr/>
        <a:lstStyle/>
        <a:p>
          <a:endParaRPr lang="es-PE"/>
        </a:p>
      </dgm:t>
    </dgm:pt>
    <dgm:pt modelId="{C28AD684-45A0-42D7-B7B8-381097072FE7}">
      <dgm:prSet custT="1"/>
      <dgm:spPr/>
      <dgm:t>
        <a:bodyPr/>
        <a:lstStyle/>
        <a:p>
          <a:r>
            <a:rPr lang="es-ES" sz="1400" dirty="0"/>
            <a:t>Hospitalización</a:t>
          </a:r>
          <a:endParaRPr lang="es-PE" sz="1400" dirty="0"/>
        </a:p>
      </dgm:t>
    </dgm:pt>
    <dgm:pt modelId="{197FA859-E965-4732-9857-AA91D19B279A}" type="parTrans" cxnId="{28D3A7D6-F608-4395-A577-A2AC90DE68E9}">
      <dgm:prSet/>
      <dgm:spPr/>
      <dgm:t>
        <a:bodyPr/>
        <a:lstStyle/>
        <a:p>
          <a:endParaRPr lang="es-PE"/>
        </a:p>
      </dgm:t>
    </dgm:pt>
    <dgm:pt modelId="{A3289B10-6519-414F-A1D1-2F90F7085B42}" type="sibTrans" cxnId="{28D3A7D6-F608-4395-A577-A2AC90DE68E9}">
      <dgm:prSet/>
      <dgm:spPr/>
      <dgm:t>
        <a:bodyPr/>
        <a:lstStyle/>
        <a:p>
          <a:endParaRPr lang="es-PE"/>
        </a:p>
      </dgm:t>
    </dgm:pt>
    <dgm:pt modelId="{6D81902C-F329-451C-8884-7243B8205B2F}">
      <dgm:prSet custT="1"/>
      <dgm:spPr/>
      <dgm:t>
        <a:bodyPr/>
        <a:lstStyle/>
        <a:p>
          <a:r>
            <a:rPr lang="es-ES" sz="1400" dirty="0"/>
            <a:t>Ambulatoria</a:t>
          </a:r>
          <a:endParaRPr lang="es-PE" sz="1400" dirty="0"/>
        </a:p>
      </dgm:t>
    </dgm:pt>
    <dgm:pt modelId="{0F51E32D-914A-4E01-A6DE-F671119886B3}" type="parTrans" cxnId="{D577D556-FEB8-430C-98F6-DF039A41A3E3}">
      <dgm:prSet/>
      <dgm:spPr/>
      <dgm:t>
        <a:bodyPr/>
        <a:lstStyle/>
        <a:p>
          <a:endParaRPr lang="es-PE"/>
        </a:p>
      </dgm:t>
    </dgm:pt>
    <dgm:pt modelId="{92500F21-659C-49B2-B5A8-8DA8951C5B94}" type="sibTrans" cxnId="{D577D556-FEB8-430C-98F6-DF039A41A3E3}">
      <dgm:prSet/>
      <dgm:spPr/>
      <dgm:t>
        <a:bodyPr/>
        <a:lstStyle/>
        <a:p>
          <a:endParaRPr lang="es-PE"/>
        </a:p>
      </dgm:t>
    </dgm:pt>
    <dgm:pt modelId="{6CF53271-DF91-4F80-8238-99B36A562086}">
      <dgm:prSet custT="1"/>
      <dgm:spPr/>
      <dgm:t>
        <a:bodyPr/>
        <a:lstStyle/>
        <a:p>
          <a:r>
            <a:rPr lang="es-ES" sz="1400"/>
            <a:t>UCI</a:t>
          </a:r>
          <a:endParaRPr lang="es-PE" sz="1400" dirty="0"/>
        </a:p>
      </dgm:t>
    </dgm:pt>
    <dgm:pt modelId="{000BE789-A4AB-4DEC-8547-66F02889BEBF}" type="parTrans" cxnId="{81C77FBA-36F1-4697-8EF5-56C4E55A198D}">
      <dgm:prSet/>
      <dgm:spPr/>
      <dgm:t>
        <a:bodyPr/>
        <a:lstStyle/>
        <a:p>
          <a:endParaRPr lang="es-PE"/>
        </a:p>
      </dgm:t>
    </dgm:pt>
    <dgm:pt modelId="{6971325B-F6E1-46B3-9716-7A4EA86E7435}" type="sibTrans" cxnId="{81C77FBA-36F1-4697-8EF5-56C4E55A198D}">
      <dgm:prSet/>
      <dgm:spPr/>
      <dgm:t>
        <a:bodyPr/>
        <a:lstStyle/>
        <a:p>
          <a:endParaRPr lang="es-PE"/>
        </a:p>
      </dgm:t>
    </dgm:pt>
    <dgm:pt modelId="{5A772EA3-EA70-419B-8DD5-1E4C0642A2A0}" type="pres">
      <dgm:prSet presAssocID="{7B8BA6AE-961C-439E-9FFA-7B3FDF0ED302}" presName="cycle" presStyleCnt="0">
        <dgm:presLayoutVars>
          <dgm:dir/>
          <dgm:resizeHandles val="exact"/>
        </dgm:presLayoutVars>
      </dgm:prSet>
      <dgm:spPr/>
    </dgm:pt>
    <dgm:pt modelId="{0E2BD92F-07AD-4BC4-BB6E-B7CAF98936EE}" type="pres">
      <dgm:prSet presAssocID="{30E4E89D-CC0B-4D60-B262-0F2422CD2276}" presName="node" presStyleLbl="node1" presStyleIdx="0" presStyleCnt="4">
        <dgm:presLayoutVars>
          <dgm:bulletEnabled val="1"/>
        </dgm:presLayoutVars>
      </dgm:prSet>
      <dgm:spPr/>
    </dgm:pt>
    <dgm:pt modelId="{EFED826D-72F6-4885-A6F7-696D02B1DB0B}" type="pres">
      <dgm:prSet presAssocID="{A629767C-0871-4216-96CA-3AC7ECCF16BD}" presName="sibTrans" presStyleLbl="sibTrans2D1" presStyleIdx="0" presStyleCnt="4"/>
      <dgm:spPr/>
    </dgm:pt>
    <dgm:pt modelId="{75858749-15D6-4967-8435-93096CB16F7A}" type="pres">
      <dgm:prSet presAssocID="{A629767C-0871-4216-96CA-3AC7ECCF16BD}" presName="connectorText" presStyleLbl="sibTrans2D1" presStyleIdx="0" presStyleCnt="4"/>
      <dgm:spPr/>
    </dgm:pt>
    <dgm:pt modelId="{2D007D52-CAD6-4916-AA09-F9EC31BF586D}" type="pres">
      <dgm:prSet presAssocID="{C28AD684-45A0-42D7-B7B8-381097072FE7}" presName="node" presStyleLbl="node1" presStyleIdx="1" presStyleCnt="4">
        <dgm:presLayoutVars>
          <dgm:bulletEnabled val="1"/>
        </dgm:presLayoutVars>
      </dgm:prSet>
      <dgm:spPr/>
    </dgm:pt>
    <dgm:pt modelId="{1052C90C-0016-42FF-B242-916DE976CC6E}" type="pres">
      <dgm:prSet presAssocID="{A3289B10-6519-414F-A1D1-2F90F7085B42}" presName="sibTrans" presStyleLbl="sibTrans2D1" presStyleIdx="1" presStyleCnt="4"/>
      <dgm:spPr/>
    </dgm:pt>
    <dgm:pt modelId="{71E42D21-AB43-4FDB-9BD9-A1899DCE1DB8}" type="pres">
      <dgm:prSet presAssocID="{A3289B10-6519-414F-A1D1-2F90F7085B42}" presName="connectorText" presStyleLbl="sibTrans2D1" presStyleIdx="1" presStyleCnt="4"/>
      <dgm:spPr/>
    </dgm:pt>
    <dgm:pt modelId="{99FF412B-E7B3-4244-8E3E-582DD570463B}" type="pres">
      <dgm:prSet presAssocID="{6D81902C-F329-451C-8884-7243B8205B2F}" presName="node" presStyleLbl="node1" presStyleIdx="2" presStyleCnt="4">
        <dgm:presLayoutVars>
          <dgm:bulletEnabled val="1"/>
        </dgm:presLayoutVars>
      </dgm:prSet>
      <dgm:spPr/>
    </dgm:pt>
    <dgm:pt modelId="{CA1553DA-D094-445C-89C2-18E14DA2B4C7}" type="pres">
      <dgm:prSet presAssocID="{92500F21-659C-49B2-B5A8-8DA8951C5B94}" presName="sibTrans" presStyleLbl="sibTrans2D1" presStyleIdx="2" presStyleCnt="4"/>
      <dgm:spPr/>
    </dgm:pt>
    <dgm:pt modelId="{A504BA0E-9546-4B3F-988B-A1423639E42E}" type="pres">
      <dgm:prSet presAssocID="{92500F21-659C-49B2-B5A8-8DA8951C5B94}" presName="connectorText" presStyleLbl="sibTrans2D1" presStyleIdx="2" presStyleCnt="4"/>
      <dgm:spPr/>
    </dgm:pt>
    <dgm:pt modelId="{A584373C-CA4D-4889-A121-FEDF99FA23AB}" type="pres">
      <dgm:prSet presAssocID="{6CF53271-DF91-4F80-8238-99B36A562086}" presName="node" presStyleLbl="node1" presStyleIdx="3" presStyleCnt="4">
        <dgm:presLayoutVars>
          <dgm:bulletEnabled val="1"/>
        </dgm:presLayoutVars>
      </dgm:prSet>
      <dgm:spPr/>
    </dgm:pt>
    <dgm:pt modelId="{1FDFE463-3598-497B-AE35-BFF6EC217403}" type="pres">
      <dgm:prSet presAssocID="{6971325B-F6E1-46B3-9716-7A4EA86E7435}" presName="sibTrans" presStyleLbl="sibTrans2D1" presStyleIdx="3" presStyleCnt="4"/>
      <dgm:spPr/>
    </dgm:pt>
    <dgm:pt modelId="{645AFC91-937B-4B89-B5FC-D82CCF065714}" type="pres">
      <dgm:prSet presAssocID="{6971325B-F6E1-46B3-9716-7A4EA86E7435}" presName="connectorText" presStyleLbl="sibTrans2D1" presStyleIdx="3" presStyleCnt="4"/>
      <dgm:spPr/>
    </dgm:pt>
  </dgm:ptLst>
  <dgm:cxnLst>
    <dgm:cxn modelId="{2FE4521F-5AC9-4F27-A709-CD25A2CC2CE4}" type="presOf" srcId="{A629767C-0871-4216-96CA-3AC7ECCF16BD}" destId="{75858749-15D6-4967-8435-93096CB16F7A}" srcOrd="1" destOrd="0" presId="urn:microsoft.com/office/officeart/2005/8/layout/cycle2"/>
    <dgm:cxn modelId="{27EEE220-A1FB-4FE1-8F70-DBF1BD158AD3}" type="presOf" srcId="{6CF53271-DF91-4F80-8238-99B36A562086}" destId="{A584373C-CA4D-4889-A121-FEDF99FA23AB}" srcOrd="0" destOrd="0" presId="urn:microsoft.com/office/officeart/2005/8/layout/cycle2"/>
    <dgm:cxn modelId="{CBE4FC3C-8365-42EB-AF94-D7F0674BDD37}" srcId="{7B8BA6AE-961C-439E-9FFA-7B3FDF0ED302}" destId="{30E4E89D-CC0B-4D60-B262-0F2422CD2276}" srcOrd="0" destOrd="0" parTransId="{734E5C73-D93B-43EA-B45F-8465B56444E3}" sibTransId="{A629767C-0871-4216-96CA-3AC7ECCF16BD}"/>
    <dgm:cxn modelId="{4063DA42-DF87-4C96-B862-149C383C611E}" type="presOf" srcId="{92500F21-659C-49B2-B5A8-8DA8951C5B94}" destId="{A504BA0E-9546-4B3F-988B-A1423639E42E}" srcOrd="1" destOrd="0" presId="urn:microsoft.com/office/officeart/2005/8/layout/cycle2"/>
    <dgm:cxn modelId="{50EDB069-5010-4C46-BB61-EB7F6D6586F1}" type="presOf" srcId="{7B8BA6AE-961C-439E-9FFA-7B3FDF0ED302}" destId="{5A772EA3-EA70-419B-8DD5-1E4C0642A2A0}" srcOrd="0" destOrd="0" presId="urn:microsoft.com/office/officeart/2005/8/layout/cycle2"/>
    <dgm:cxn modelId="{9FB1F452-1722-424F-BE95-58D760D75AD3}" type="presOf" srcId="{A629767C-0871-4216-96CA-3AC7ECCF16BD}" destId="{EFED826D-72F6-4885-A6F7-696D02B1DB0B}" srcOrd="0" destOrd="0" presId="urn:microsoft.com/office/officeart/2005/8/layout/cycle2"/>
    <dgm:cxn modelId="{D577D556-FEB8-430C-98F6-DF039A41A3E3}" srcId="{7B8BA6AE-961C-439E-9FFA-7B3FDF0ED302}" destId="{6D81902C-F329-451C-8884-7243B8205B2F}" srcOrd="2" destOrd="0" parTransId="{0F51E32D-914A-4E01-A6DE-F671119886B3}" sibTransId="{92500F21-659C-49B2-B5A8-8DA8951C5B94}"/>
    <dgm:cxn modelId="{D1A2F999-CDC7-4D05-8170-CDF56891506B}" type="presOf" srcId="{A3289B10-6519-414F-A1D1-2F90F7085B42}" destId="{1052C90C-0016-42FF-B242-916DE976CC6E}" srcOrd="0" destOrd="0" presId="urn:microsoft.com/office/officeart/2005/8/layout/cycle2"/>
    <dgm:cxn modelId="{5C429F9F-CEBA-49C9-AE2E-55BD8574FA0A}" type="presOf" srcId="{A3289B10-6519-414F-A1D1-2F90F7085B42}" destId="{71E42D21-AB43-4FDB-9BD9-A1899DCE1DB8}" srcOrd="1" destOrd="0" presId="urn:microsoft.com/office/officeart/2005/8/layout/cycle2"/>
    <dgm:cxn modelId="{E283F9B3-F1D6-49BC-A67C-F34E3FE60567}" type="presOf" srcId="{6971325B-F6E1-46B3-9716-7A4EA86E7435}" destId="{645AFC91-937B-4B89-B5FC-D82CCF065714}" srcOrd="1" destOrd="0" presId="urn:microsoft.com/office/officeart/2005/8/layout/cycle2"/>
    <dgm:cxn modelId="{81C77FBA-36F1-4697-8EF5-56C4E55A198D}" srcId="{7B8BA6AE-961C-439E-9FFA-7B3FDF0ED302}" destId="{6CF53271-DF91-4F80-8238-99B36A562086}" srcOrd="3" destOrd="0" parTransId="{000BE789-A4AB-4DEC-8547-66F02889BEBF}" sibTransId="{6971325B-F6E1-46B3-9716-7A4EA86E7435}"/>
    <dgm:cxn modelId="{43A764C4-70A0-4D61-98A7-5B9283859D44}" type="presOf" srcId="{92500F21-659C-49B2-B5A8-8DA8951C5B94}" destId="{CA1553DA-D094-445C-89C2-18E14DA2B4C7}" srcOrd="0" destOrd="0" presId="urn:microsoft.com/office/officeart/2005/8/layout/cycle2"/>
    <dgm:cxn modelId="{A33BFFCD-620F-4F08-9EC9-095857BCF061}" type="presOf" srcId="{30E4E89D-CC0B-4D60-B262-0F2422CD2276}" destId="{0E2BD92F-07AD-4BC4-BB6E-B7CAF98936EE}" srcOrd="0" destOrd="0" presId="urn:microsoft.com/office/officeart/2005/8/layout/cycle2"/>
    <dgm:cxn modelId="{28D3A7D6-F608-4395-A577-A2AC90DE68E9}" srcId="{7B8BA6AE-961C-439E-9FFA-7B3FDF0ED302}" destId="{C28AD684-45A0-42D7-B7B8-381097072FE7}" srcOrd="1" destOrd="0" parTransId="{197FA859-E965-4732-9857-AA91D19B279A}" sibTransId="{A3289B10-6519-414F-A1D1-2F90F7085B42}"/>
    <dgm:cxn modelId="{1B01B7E9-1F7C-4CD7-831F-D69B9105F181}" type="presOf" srcId="{6D81902C-F329-451C-8884-7243B8205B2F}" destId="{99FF412B-E7B3-4244-8E3E-582DD570463B}" srcOrd="0" destOrd="0" presId="urn:microsoft.com/office/officeart/2005/8/layout/cycle2"/>
    <dgm:cxn modelId="{0E816DF8-07C1-4799-A38E-A60362144390}" type="presOf" srcId="{6971325B-F6E1-46B3-9716-7A4EA86E7435}" destId="{1FDFE463-3598-497B-AE35-BFF6EC217403}" srcOrd="0" destOrd="0" presId="urn:microsoft.com/office/officeart/2005/8/layout/cycle2"/>
    <dgm:cxn modelId="{EDC110FD-6E96-47B6-9624-20E45FD54F6A}" type="presOf" srcId="{C28AD684-45A0-42D7-B7B8-381097072FE7}" destId="{2D007D52-CAD6-4916-AA09-F9EC31BF586D}" srcOrd="0" destOrd="0" presId="urn:microsoft.com/office/officeart/2005/8/layout/cycle2"/>
    <dgm:cxn modelId="{D65947C8-8C17-4A21-9927-A908151DE953}" type="presParOf" srcId="{5A772EA3-EA70-419B-8DD5-1E4C0642A2A0}" destId="{0E2BD92F-07AD-4BC4-BB6E-B7CAF98936EE}" srcOrd="0" destOrd="0" presId="urn:microsoft.com/office/officeart/2005/8/layout/cycle2"/>
    <dgm:cxn modelId="{3066EC94-0CA4-4B04-AD92-53E724A20E2D}" type="presParOf" srcId="{5A772EA3-EA70-419B-8DD5-1E4C0642A2A0}" destId="{EFED826D-72F6-4885-A6F7-696D02B1DB0B}" srcOrd="1" destOrd="0" presId="urn:microsoft.com/office/officeart/2005/8/layout/cycle2"/>
    <dgm:cxn modelId="{BE20A418-E862-47A5-8054-9B7CA7CB0E41}" type="presParOf" srcId="{EFED826D-72F6-4885-A6F7-696D02B1DB0B}" destId="{75858749-15D6-4967-8435-93096CB16F7A}" srcOrd="0" destOrd="0" presId="urn:microsoft.com/office/officeart/2005/8/layout/cycle2"/>
    <dgm:cxn modelId="{C38E3A25-E787-480A-ACC6-ADEA909E6EFF}" type="presParOf" srcId="{5A772EA3-EA70-419B-8DD5-1E4C0642A2A0}" destId="{2D007D52-CAD6-4916-AA09-F9EC31BF586D}" srcOrd="2" destOrd="0" presId="urn:microsoft.com/office/officeart/2005/8/layout/cycle2"/>
    <dgm:cxn modelId="{0F19F12D-2BC3-4E95-AA12-8631FCD9BD5E}" type="presParOf" srcId="{5A772EA3-EA70-419B-8DD5-1E4C0642A2A0}" destId="{1052C90C-0016-42FF-B242-916DE976CC6E}" srcOrd="3" destOrd="0" presId="urn:microsoft.com/office/officeart/2005/8/layout/cycle2"/>
    <dgm:cxn modelId="{30DE5517-9A80-438B-B8B4-FF292CCAD664}" type="presParOf" srcId="{1052C90C-0016-42FF-B242-916DE976CC6E}" destId="{71E42D21-AB43-4FDB-9BD9-A1899DCE1DB8}" srcOrd="0" destOrd="0" presId="urn:microsoft.com/office/officeart/2005/8/layout/cycle2"/>
    <dgm:cxn modelId="{CA2F7D43-A3B7-4E77-820F-E95C2B915E54}" type="presParOf" srcId="{5A772EA3-EA70-419B-8DD5-1E4C0642A2A0}" destId="{99FF412B-E7B3-4244-8E3E-582DD570463B}" srcOrd="4" destOrd="0" presId="urn:microsoft.com/office/officeart/2005/8/layout/cycle2"/>
    <dgm:cxn modelId="{BDDBBBFD-6D38-49AB-A3D8-6BA0BE5AC42B}" type="presParOf" srcId="{5A772EA3-EA70-419B-8DD5-1E4C0642A2A0}" destId="{CA1553DA-D094-445C-89C2-18E14DA2B4C7}" srcOrd="5" destOrd="0" presId="urn:microsoft.com/office/officeart/2005/8/layout/cycle2"/>
    <dgm:cxn modelId="{3F147A8A-06D0-48CD-8500-285D7CB397B8}" type="presParOf" srcId="{CA1553DA-D094-445C-89C2-18E14DA2B4C7}" destId="{A504BA0E-9546-4B3F-988B-A1423639E42E}" srcOrd="0" destOrd="0" presId="urn:microsoft.com/office/officeart/2005/8/layout/cycle2"/>
    <dgm:cxn modelId="{96F15AFE-37A4-45FD-8827-1E42ED9B4D0C}" type="presParOf" srcId="{5A772EA3-EA70-419B-8DD5-1E4C0642A2A0}" destId="{A584373C-CA4D-4889-A121-FEDF99FA23AB}" srcOrd="6" destOrd="0" presId="urn:microsoft.com/office/officeart/2005/8/layout/cycle2"/>
    <dgm:cxn modelId="{9D826EDB-51D4-4BAF-8E26-5FC9F24A1518}" type="presParOf" srcId="{5A772EA3-EA70-419B-8DD5-1E4C0642A2A0}" destId="{1FDFE463-3598-497B-AE35-BFF6EC217403}" srcOrd="7" destOrd="0" presId="urn:microsoft.com/office/officeart/2005/8/layout/cycle2"/>
    <dgm:cxn modelId="{61740135-F0D1-40C6-B3CF-F65357535756}" type="presParOf" srcId="{1FDFE463-3598-497B-AE35-BFF6EC217403}" destId="{645AFC91-937B-4B89-B5FC-D82CCF06571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FA7135-76BB-44F4-83B4-E6986FB71347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MX"/>
        </a:p>
      </dgm:t>
    </dgm:pt>
    <dgm:pt modelId="{95BA92C4-DFD3-4E24-BBDA-191CFCD418ED}">
      <dgm:prSet phldrT="[Texto]"/>
      <dgm:spPr/>
      <dgm:t>
        <a:bodyPr/>
        <a:lstStyle/>
        <a:p>
          <a:pPr rtl="0">
            <a:buNone/>
          </a:pPr>
          <a:r>
            <a:rPr lang="es-PE" dirty="0">
              <a:latin typeface="Arial"/>
            </a:rPr>
            <a:t>Pacientes adultos mayores con factores de riesgo</a:t>
          </a:r>
          <a:endParaRPr lang="es-MX" dirty="0"/>
        </a:p>
      </dgm:t>
    </dgm:pt>
    <dgm:pt modelId="{9CCAAECB-8692-4F54-AA3F-751372731EE8}" type="parTrans" cxnId="{69DADDD1-63E4-4CDE-AD25-A8AF6A47326F}">
      <dgm:prSet/>
      <dgm:spPr/>
      <dgm:t>
        <a:bodyPr/>
        <a:lstStyle/>
        <a:p>
          <a:endParaRPr lang="es-MX"/>
        </a:p>
      </dgm:t>
    </dgm:pt>
    <dgm:pt modelId="{2384FEAB-22B6-47E8-9916-90565AD3BD8B}" type="sibTrans" cxnId="{69DADDD1-63E4-4CDE-AD25-A8AF6A47326F}">
      <dgm:prSet custT="1"/>
      <dgm:spPr/>
      <dgm:t>
        <a:bodyPr/>
        <a:lstStyle/>
        <a:p>
          <a:pPr algn="ctr"/>
          <a:r>
            <a:rPr lang="en-US" sz="1800" b="1" dirty="0">
              <a:solidFill>
                <a:srgbClr val="383A42"/>
              </a:solidFill>
              <a:latin typeface="ui-monospace"/>
              <a:ea typeface="ui-monospace"/>
              <a:cs typeface="ui-monospace"/>
            </a:rPr>
            <a:t>HTA, DM2.</a:t>
          </a:r>
          <a:endParaRPr lang="es-MX" sz="1800" b="1" dirty="0"/>
        </a:p>
      </dgm:t>
    </dgm:pt>
    <dgm:pt modelId="{6E774FCB-DC36-4F46-B3C6-B20B34F20D33}" type="asst">
      <dgm:prSet phldrT="[Texto]"/>
      <dgm:spPr/>
      <dgm:t>
        <a:bodyPr/>
        <a:lstStyle/>
        <a:p>
          <a:pPr>
            <a:buNone/>
          </a:pPr>
          <a:r>
            <a:rPr lang="es-PE" b="0" i="0"/>
            <a:t>Tamizaje de polifarmacia</a:t>
          </a:r>
          <a:endParaRPr lang="es-PE"/>
        </a:p>
      </dgm:t>
    </dgm:pt>
    <dgm:pt modelId="{E800316D-C3D2-4E93-AC13-206126AC6CA6}" type="parTrans" cxnId="{7A47F51C-33B7-4031-9BA0-D57B00B834D2}">
      <dgm:prSet/>
      <dgm:spPr/>
      <dgm:t>
        <a:bodyPr/>
        <a:lstStyle/>
        <a:p>
          <a:endParaRPr lang="es-MX"/>
        </a:p>
      </dgm:t>
    </dgm:pt>
    <dgm:pt modelId="{ABF0E648-9643-4F49-8B35-DF8D68BC905B}" type="sibTrans" cxnId="{7A47F51C-33B7-4031-9BA0-D57B00B834D2}">
      <dgm:prSet custT="1"/>
      <dgm:spPr/>
      <dgm:t>
        <a:bodyPr/>
        <a:lstStyle/>
        <a:p>
          <a:pPr algn="ctr"/>
          <a:r>
            <a:rPr lang="es-ES" sz="1200" b="1" i="0" dirty="0"/>
            <a:t>Criterio: N.º </a:t>
          </a:r>
          <a:r>
            <a:rPr lang="es-PE" sz="1200" b="1" i="0" dirty="0"/>
            <a:t>≥ 5 </a:t>
          </a:r>
          <a:r>
            <a:rPr lang="es-ES" sz="1200" b="1" i="0" dirty="0"/>
            <a:t>fármacos</a:t>
          </a:r>
          <a:endParaRPr lang="es-MX" sz="1200" b="1" dirty="0"/>
        </a:p>
      </dgm:t>
    </dgm:pt>
    <dgm:pt modelId="{18E54EC2-A710-4106-98B7-78D1A0DF8488}">
      <dgm:prSet phldrT="[Texto]"/>
      <dgm:spPr/>
      <dgm:t>
        <a:bodyPr/>
        <a:lstStyle/>
        <a:p>
          <a:r>
            <a:rPr lang="es-PE"/>
            <a:t>Polifarmacia</a:t>
          </a:r>
          <a:endParaRPr lang="es-MX"/>
        </a:p>
      </dgm:t>
    </dgm:pt>
    <dgm:pt modelId="{5FF2584D-1E0B-446C-89AE-26015396AF18}" type="parTrans" cxnId="{B496898A-362A-4C08-B145-A9B46F51C219}">
      <dgm:prSet/>
      <dgm:spPr/>
      <dgm:t>
        <a:bodyPr/>
        <a:lstStyle/>
        <a:p>
          <a:endParaRPr lang="es-MX"/>
        </a:p>
      </dgm:t>
    </dgm:pt>
    <dgm:pt modelId="{73DB8119-3AF5-475E-9D78-9D885F54F2B9}" type="sibTrans" cxnId="{B496898A-362A-4C08-B145-A9B46F51C219}">
      <dgm:prSet custT="1"/>
      <dgm:spPr/>
      <dgm:t>
        <a:bodyPr/>
        <a:lstStyle/>
        <a:p>
          <a:pPr algn="ctr"/>
          <a:r>
            <a:rPr lang="es-PE" sz="1200" dirty="0"/>
            <a:t>Estratificar y definir manejo </a:t>
          </a:r>
          <a:endParaRPr lang="es-MX" sz="1200" dirty="0"/>
        </a:p>
      </dgm:t>
    </dgm:pt>
    <dgm:pt modelId="{1C573AD2-18CA-4429-9A42-4083222D91A6}">
      <dgm:prSet phldrT="[Texto]"/>
      <dgm:spPr/>
      <dgm:t>
        <a:bodyPr/>
        <a:lstStyle/>
        <a:p>
          <a:r>
            <a:rPr lang="es-PE"/>
            <a:t>No Polifarmacia</a:t>
          </a:r>
          <a:endParaRPr lang="es-MX"/>
        </a:p>
      </dgm:t>
    </dgm:pt>
    <dgm:pt modelId="{E14575A4-FE29-44BA-8865-7D7CB05824BB}" type="parTrans" cxnId="{5DCD3561-5891-453E-8CC1-CE96EAA6B56F}">
      <dgm:prSet/>
      <dgm:spPr/>
      <dgm:t>
        <a:bodyPr/>
        <a:lstStyle/>
        <a:p>
          <a:endParaRPr lang="es-MX"/>
        </a:p>
      </dgm:t>
    </dgm:pt>
    <dgm:pt modelId="{525C1319-9A1F-41C6-A922-A4747448A4B0}" type="sibTrans" cxnId="{5DCD3561-5891-453E-8CC1-CE96EAA6B56F}">
      <dgm:prSet custT="1"/>
      <dgm:spPr/>
      <dgm:t>
        <a:bodyPr/>
        <a:lstStyle/>
        <a:p>
          <a:pPr algn="ctr"/>
          <a:r>
            <a:rPr lang="es-PE" sz="1200"/>
            <a:t>Control en 6 meses</a:t>
          </a:r>
          <a:endParaRPr lang="es-MX" sz="1200"/>
        </a:p>
      </dgm:t>
    </dgm:pt>
    <dgm:pt modelId="{BD602D4D-20CC-4324-9A66-C0C1E9EC5396}">
      <dgm:prSet/>
      <dgm:spPr/>
      <dgm:t>
        <a:bodyPr/>
        <a:lstStyle/>
        <a:p>
          <a:r>
            <a:rPr lang="es-PE" dirty="0"/>
            <a:t>Polifarmacia</a:t>
          </a:r>
          <a:endParaRPr lang="es-MX" dirty="0"/>
        </a:p>
      </dgm:t>
    </dgm:pt>
    <dgm:pt modelId="{D6D418BB-053E-4B6C-ABD7-E45FF3B36264}" type="parTrans" cxnId="{D0353BD1-E3D7-427D-AF13-23E2A693F8A1}">
      <dgm:prSet/>
      <dgm:spPr/>
      <dgm:t>
        <a:bodyPr/>
        <a:lstStyle/>
        <a:p>
          <a:endParaRPr lang="es-MX"/>
        </a:p>
      </dgm:t>
    </dgm:pt>
    <dgm:pt modelId="{0976FE4C-E0E4-4B6E-B47F-B1E042334CE2}" type="sibTrans" cxnId="{D0353BD1-E3D7-427D-AF13-23E2A693F8A1}">
      <dgm:prSet custT="1"/>
      <dgm:spPr/>
      <dgm:t>
        <a:bodyPr/>
        <a:lstStyle/>
        <a:p>
          <a:r>
            <a:rPr lang="es-PE" sz="1100" b="0" i="0" dirty="0"/>
            <a:t>De 5 - 9 fármacos</a:t>
          </a:r>
          <a:endParaRPr lang="es-MX" sz="1100" dirty="0"/>
        </a:p>
      </dgm:t>
    </dgm:pt>
    <dgm:pt modelId="{300F1E0F-29DE-45C7-8A97-528FCEC01DBE}">
      <dgm:prSet/>
      <dgm:spPr/>
      <dgm:t>
        <a:bodyPr/>
        <a:lstStyle/>
        <a:p>
          <a:r>
            <a:rPr lang="es-PE" dirty="0"/>
            <a:t>Polifarmacia excesiva</a:t>
          </a:r>
          <a:endParaRPr lang="es-MX" dirty="0"/>
        </a:p>
      </dgm:t>
    </dgm:pt>
    <dgm:pt modelId="{308D03E5-EEDC-4CCD-926E-066D2F6C988F}" type="parTrans" cxnId="{26E60F74-6407-4687-BA82-6B0799321293}">
      <dgm:prSet/>
      <dgm:spPr/>
      <dgm:t>
        <a:bodyPr/>
        <a:lstStyle/>
        <a:p>
          <a:endParaRPr lang="es-MX"/>
        </a:p>
      </dgm:t>
    </dgm:pt>
    <dgm:pt modelId="{7AA13DBC-64B8-4F6F-B1BA-ED64A17E1844}" type="sibTrans" cxnId="{26E60F74-6407-4687-BA82-6B0799321293}">
      <dgm:prSet custT="1"/>
      <dgm:spPr/>
      <dgm:t>
        <a:bodyPr/>
        <a:lstStyle/>
        <a:p>
          <a:pPr algn="ctr"/>
          <a:r>
            <a:rPr lang="es-PE" sz="1200" b="0" i="0" dirty="0"/>
            <a:t>≥10 fármacos</a:t>
          </a:r>
          <a:r>
            <a:rPr lang="es-PE" sz="1200" dirty="0"/>
            <a:t> </a:t>
          </a:r>
          <a:endParaRPr lang="es-MX" sz="1200" dirty="0"/>
        </a:p>
      </dgm:t>
    </dgm:pt>
    <dgm:pt modelId="{C35F057E-D1E5-430C-AB3D-B8A5136B1449}">
      <dgm:prSet/>
      <dgm:spPr/>
      <dgm:t>
        <a:bodyPr/>
        <a:lstStyle/>
        <a:p>
          <a:pPr algn="ctr"/>
          <a:r>
            <a:rPr lang="es-PE" b="0" i="0"/>
            <a:t>Plan de optimización</a:t>
          </a:r>
          <a:r>
            <a:rPr lang="es-PE"/>
            <a:t> </a:t>
          </a:r>
          <a:endParaRPr lang="es-MX"/>
        </a:p>
      </dgm:t>
    </dgm:pt>
    <dgm:pt modelId="{771DA6DC-CE6D-4B91-944E-C1B55C419A75}" type="parTrans" cxnId="{9CA2D1D6-D1C4-4C66-8316-6BECE7304A28}">
      <dgm:prSet/>
      <dgm:spPr/>
      <dgm:t>
        <a:bodyPr/>
        <a:lstStyle/>
        <a:p>
          <a:endParaRPr lang="es-MX"/>
        </a:p>
      </dgm:t>
    </dgm:pt>
    <dgm:pt modelId="{3B86CAEF-D33B-432E-AA2B-F318B497DFD4}" type="sibTrans" cxnId="{9CA2D1D6-D1C4-4C66-8316-6BECE7304A28}">
      <dgm:prSet custT="1"/>
      <dgm:spPr/>
      <dgm:t>
        <a:bodyPr/>
        <a:lstStyle/>
        <a:p>
          <a:pPr algn="ctr"/>
          <a:r>
            <a:rPr lang="es-ES" sz="1200" b="0" i="0" dirty="0"/>
            <a:t>Ajuste de dosis y </a:t>
          </a:r>
          <a:r>
            <a:rPr lang="es-ES" sz="1200" b="0" i="0" dirty="0" err="1"/>
            <a:t>desprescripción</a:t>
          </a:r>
          <a:endParaRPr lang="es-MX" sz="1200" b="0" dirty="0"/>
        </a:p>
      </dgm:t>
    </dgm:pt>
    <dgm:pt modelId="{BD2F5A1D-E80D-4679-BAD6-8FE88AB2C431}">
      <dgm:prSet/>
      <dgm:spPr/>
      <dgm:t>
        <a:bodyPr/>
        <a:lstStyle/>
        <a:p>
          <a:r>
            <a:rPr lang="es-PE" b="0" i="0"/>
            <a:t>Revisión integral</a:t>
          </a:r>
          <a:r>
            <a:rPr lang="es-PE"/>
            <a:t> </a:t>
          </a:r>
          <a:endParaRPr lang="es-MX"/>
        </a:p>
      </dgm:t>
    </dgm:pt>
    <dgm:pt modelId="{DCE76F23-6498-442B-8B72-4DBE24AA24BA}" type="parTrans" cxnId="{941A9DE0-3F92-4793-B7B5-5912E181FBE7}">
      <dgm:prSet/>
      <dgm:spPr/>
      <dgm:t>
        <a:bodyPr/>
        <a:lstStyle/>
        <a:p>
          <a:endParaRPr lang="es-MX"/>
        </a:p>
      </dgm:t>
    </dgm:pt>
    <dgm:pt modelId="{C7A77D7F-A3E9-40D8-B9FE-960223C1061D}" type="sibTrans" cxnId="{941A9DE0-3F92-4793-B7B5-5912E181FBE7}">
      <dgm:prSet custT="1"/>
      <dgm:spPr/>
      <dgm:t>
        <a:bodyPr/>
        <a:lstStyle/>
        <a:p>
          <a:pPr algn="ctr"/>
          <a:r>
            <a:rPr lang="es-PE" sz="1100" dirty="0" err="1"/>
            <a:t>Desprescripción</a:t>
          </a:r>
          <a:r>
            <a:rPr lang="es-PE" sz="1100" dirty="0"/>
            <a:t> estructurada, criterios </a:t>
          </a:r>
          <a:r>
            <a:rPr lang="es-PE" sz="1100" dirty="0" err="1"/>
            <a:t>Beers</a:t>
          </a:r>
          <a:endParaRPr lang="es-MX" sz="1100" dirty="0"/>
        </a:p>
      </dgm:t>
    </dgm:pt>
    <dgm:pt modelId="{0D72B253-9042-4089-B018-2E9125E7AB92}">
      <dgm:prSet/>
      <dgm:spPr/>
      <dgm:t>
        <a:bodyPr/>
        <a:lstStyle/>
        <a:p>
          <a:r>
            <a:rPr lang="es-PE"/>
            <a:t>Seguimiento estrecho</a:t>
          </a:r>
          <a:endParaRPr lang="es-MX"/>
        </a:p>
      </dgm:t>
    </dgm:pt>
    <dgm:pt modelId="{20C76DB7-FEB3-4B50-8458-A9E381AC97C0}" type="parTrans" cxnId="{D354D5CF-7FD8-4802-BFA3-91C56ADF00D5}">
      <dgm:prSet/>
      <dgm:spPr/>
      <dgm:t>
        <a:bodyPr/>
        <a:lstStyle/>
        <a:p>
          <a:endParaRPr lang="es-MX"/>
        </a:p>
      </dgm:t>
    </dgm:pt>
    <dgm:pt modelId="{516EAF7B-AC75-491C-A9DC-421612211549}" type="sibTrans" cxnId="{D354D5CF-7FD8-4802-BFA3-91C56ADF00D5}">
      <dgm:prSet custT="1"/>
      <dgm:spPr/>
      <dgm:t>
        <a:bodyPr/>
        <a:lstStyle/>
        <a:p>
          <a:r>
            <a:rPr lang="es-PE" sz="1200" dirty="0"/>
            <a:t>1 a 3 meses </a:t>
          </a:r>
          <a:endParaRPr lang="es-MX" sz="1200" dirty="0"/>
        </a:p>
      </dgm:t>
    </dgm:pt>
    <dgm:pt modelId="{8AF6EA8C-2C9E-4BCE-94E6-BB5978DB5C00}">
      <dgm:prSet/>
      <dgm:spPr/>
      <dgm:t>
        <a:bodyPr/>
        <a:lstStyle/>
        <a:p>
          <a:r>
            <a:rPr lang="es-MX" dirty="0"/>
            <a:t>Seguimiento</a:t>
          </a:r>
        </a:p>
      </dgm:t>
    </dgm:pt>
    <dgm:pt modelId="{97141D81-B0DA-409F-8813-8B28A6792A12}" type="parTrans" cxnId="{5744DD1E-AC4A-4EF1-ACAC-89D1C05A5F4A}">
      <dgm:prSet/>
      <dgm:spPr/>
      <dgm:t>
        <a:bodyPr/>
        <a:lstStyle/>
        <a:p>
          <a:endParaRPr lang="es-PE"/>
        </a:p>
      </dgm:t>
    </dgm:pt>
    <dgm:pt modelId="{78164AF9-DE14-471A-B45B-1B392063EDB8}" type="sibTrans" cxnId="{5744DD1E-AC4A-4EF1-ACAC-89D1C05A5F4A}">
      <dgm:prSet/>
      <dgm:spPr/>
      <dgm:t>
        <a:bodyPr/>
        <a:lstStyle/>
        <a:p>
          <a:endParaRPr lang="es-PE"/>
        </a:p>
      </dgm:t>
    </dgm:pt>
    <dgm:pt modelId="{91E7342B-66EA-4855-B914-05AE4EB7A3CE}" type="pres">
      <dgm:prSet presAssocID="{EEFA7135-76BB-44F4-83B4-E6986FB7134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C2F04E1-5F28-42F2-A755-B6E62F435E66}" type="pres">
      <dgm:prSet presAssocID="{95BA92C4-DFD3-4E24-BBDA-191CFCD418ED}" presName="hierRoot1" presStyleCnt="0">
        <dgm:presLayoutVars>
          <dgm:hierBranch val="init"/>
        </dgm:presLayoutVars>
      </dgm:prSet>
      <dgm:spPr/>
    </dgm:pt>
    <dgm:pt modelId="{A5E4F2E1-A89F-47B1-B850-4601B19694A0}" type="pres">
      <dgm:prSet presAssocID="{95BA92C4-DFD3-4E24-BBDA-191CFCD418ED}" presName="rootComposite1" presStyleCnt="0"/>
      <dgm:spPr/>
    </dgm:pt>
    <dgm:pt modelId="{4F28D7B4-48D8-4F3B-978E-9FC68F57130D}" type="pres">
      <dgm:prSet presAssocID="{95BA92C4-DFD3-4E24-BBDA-191CFCD418ED}" presName="rootText1" presStyleLbl="node0" presStyleIdx="0" presStyleCnt="1" custScaleX="343263">
        <dgm:presLayoutVars>
          <dgm:chMax/>
          <dgm:chPref val="3"/>
        </dgm:presLayoutVars>
      </dgm:prSet>
      <dgm:spPr/>
    </dgm:pt>
    <dgm:pt modelId="{34D292CF-3756-474D-9278-FFA408234BF5}" type="pres">
      <dgm:prSet presAssocID="{95BA92C4-DFD3-4E24-BBDA-191CFCD418ED}" presName="titleText1" presStyleLbl="fgAcc0" presStyleIdx="0" presStyleCnt="1" custScaleX="109931" custScaleY="138574">
        <dgm:presLayoutVars>
          <dgm:chMax val="0"/>
          <dgm:chPref val="0"/>
        </dgm:presLayoutVars>
      </dgm:prSet>
      <dgm:spPr/>
    </dgm:pt>
    <dgm:pt modelId="{E53BBBB8-33FD-4BCE-B718-7377F4865D4B}" type="pres">
      <dgm:prSet presAssocID="{95BA92C4-DFD3-4E24-BBDA-191CFCD418ED}" presName="rootConnector1" presStyleLbl="node1" presStyleIdx="0" presStyleCnt="8"/>
      <dgm:spPr/>
    </dgm:pt>
    <dgm:pt modelId="{1B8E23C0-5A21-46D9-A8B3-E81DE4F3F541}" type="pres">
      <dgm:prSet presAssocID="{95BA92C4-DFD3-4E24-BBDA-191CFCD418ED}" presName="hierChild2" presStyleCnt="0"/>
      <dgm:spPr/>
    </dgm:pt>
    <dgm:pt modelId="{431C4CDC-1408-4D5C-8567-15706EB343A8}" type="pres">
      <dgm:prSet presAssocID="{5FF2584D-1E0B-446C-89AE-26015396AF18}" presName="Name37" presStyleLbl="parChTrans1D2" presStyleIdx="0" presStyleCnt="3"/>
      <dgm:spPr/>
    </dgm:pt>
    <dgm:pt modelId="{7A470F38-DC0A-43DD-91D2-FD930F5E686E}" type="pres">
      <dgm:prSet presAssocID="{18E54EC2-A710-4106-98B7-78D1A0DF8488}" presName="hierRoot2" presStyleCnt="0">
        <dgm:presLayoutVars>
          <dgm:hierBranch val="init"/>
        </dgm:presLayoutVars>
      </dgm:prSet>
      <dgm:spPr/>
    </dgm:pt>
    <dgm:pt modelId="{A0430DE3-849D-4F8B-BC3D-50F8CED2B062}" type="pres">
      <dgm:prSet presAssocID="{18E54EC2-A710-4106-98B7-78D1A0DF8488}" presName="rootComposite" presStyleCnt="0"/>
      <dgm:spPr/>
    </dgm:pt>
    <dgm:pt modelId="{A54841FD-8DA7-4D66-B3E1-F176404E51A7}" type="pres">
      <dgm:prSet presAssocID="{18E54EC2-A710-4106-98B7-78D1A0DF8488}" presName="rootText" presStyleLbl="node1" presStyleIdx="0" presStyleCnt="8">
        <dgm:presLayoutVars>
          <dgm:chMax/>
          <dgm:chPref val="3"/>
        </dgm:presLayoutVars>
      </dgm:prSet>
      <dgm:spPr/>
    </dgm:pt>
    <dgm:pt modelId="{D5357B23-F2F2-4FEB-A8CC-36D81244D307}" type="pres">
      <dgm:prSet presAssocID="{18E54EC2-A710-4106-98B7-78D1A0DF8488}" presName="titleText2" presStyleLbl="fgAcc1" presStyleIdx="0" presStyleCnt="8" custScaleY="174796">
        <dgm:presLayoutVars>
          <dgm:chMax val="0"/>
          <dgm:chPref val="0"/>
        </dgm:presLayoutVars>
      </dgm:prSet>
      <dgm:spPr/>
    </dgm:pt>
    <dgm:pt modelId="{92162D1A-0B55-454D-9F8F-6CD748224E10}" type="pres">
      <dgm:prSet presAssocID="{18E54EC2-A710-4106-98B7-78D1A0DF8488}" presName="rootConnector" presStyleLbl="node2" presStyleIdx="0" presStyleCnt="0"/>
      <dgm:spPr/>
    </dgm:pt>
    <dgm:pt modelId="{9DD4FD12-4480-4404-86D3-DF13F78BC29B}" type="pres">
      <dgm:prSet presAssocID="{18E54EC2-A710-4106-98B7-78D1A0DF8488}" presName="hierChild4" presStyleCnt="0"/>
      <dgm:spPr/>
    </dgm:pt>
    <dgm:pt modelId="{70E7057E-FD8A-4D8A-B2AE-4AD2AA39E24E}" type="pres">
      <dgm:prSet presAssocID="{D6D418BB-053E-4B6C-ABD7-E45FF3B36264}" presName="Name37" presStyleLbl="parChTrans1D3" presStyleIdx="0" presStyleCnt="2"/>
      <dgm:spPr/>
    </dgm:pt>
    <dgm:pt modelId="{CA74F90C-3904-4522-9DC6-8204226FB6B0}" type="pres">
      <dgm:prSet presAssocID="{BD602D4D-20CC-4324-9A66-C0C1E9EC5396}" presName="hierRoot2" presStyleCnt="0">
        <dgm:presLayoutVars>
          <dgm:hierBranch val="init"/>
        </dgm:presLayoutVars>
      </dgm:prSet>
      <dgm:spPr/>
    </dgm:pt>
    <dgm:pt modelId="{F9BBB86E-61D5-4332-BEEF-3B7017CFC8BE}" type="pres">
      <dgm:prSet presAssocID="{BD602D4D-20CC-4324-9A66-C0C1E9EC5396}" presName="rootComposite" presStyleCnt="0"/>
      <dgm:spPr/>
    </dgm:pt>
    <dgm:pt modelId="{3DE71193-B27E-4C0F-B1B8-5F6F8BCC5DF1}" type="pres">
      <dgm:prSet presAssocID="{BD602D4D-20CC-4324-9A66-C0C1E9EC5396}" presName="rootText" presStyleLbl="node1" presStyleIdx="1" presStyleCnt="8" custScaleX="130016" custLinFactNeighborX="-14480" custLinFactNeighborY="-1307">
        <dgm:presLayoutVars>
          <dgm:chMax/>
          <dgm:chPref val="3"/>
        </dgm:presLayoutVars>
      </dgm:prSet>
      <dgm:spPr/>
    </dgm:pt>
    <dgm:pt modelId="{9F624AAA-22E3-445A-8BD2-E28C5881013E}" type="pres">
      <dgm:prSet presAssocID="{BD602D4D-20CC-4324-9A66-C0C1E9EC5396}" presName="titleText2" presStyleLbl="fgAcc1" presStyleIdx="1" presStyleCnt="8" custScaleX="116633" custScaleY="125195">
        <dgm:presLayoutVars>
          <dgm:chMax val="0"/>
          <dgm:chPref val="0"/>
        </dgm:presLayoutVars>
      </dgm:prSet>
      <dgm:spPr/>
    </dgm:pt>
    <dgm:pt modelId="{23B1CBF4-3D47-47AD-AC54-258C4A494AE0}" type="pres">
      <dgm:prSet presAssocID="{BD602D4D-20CC-4324-9A66-C0C1E9EC5396}" presName="rootConnector" presStyleLbl="node3" presStyleIdx="0" presStyleCnt="0"/>
      <dgm:spPr/>
    </dgm:pt>
    <dgm:pt modelId="{6352F4F7-9A36-4F8E-A232-4F35FFE66982}" type="pres">
      <dgm:prSet presAssocID="{BD602D4D-20CC-4324-9A66-C0C1E9EC5396}" presName="hierChild4" presStyleCnt="0"/>
      <dgm:spPr/>
    </dgm:pt>
    <dgm:pt modelId="{C00629C6-61D6-47F8-9572-A00FAA3100DB}" type="pres">
      <dgm:prSet presAssocID="{771DA6DC-CE6D-4B91-944E-C1B55C419A75}" presName="Name37" presStyleLbl="parChTrans1D4" presStyleIdx="0" presStyleCnt="4"/>
      <dgm:spPr/>
    </dgm:pt>
    <dgm:pt modelId="{EDFA3BCA-17BB-4959-A177-7EEB1F3D7234}" type="pres">
      <dgm:prSet presAssocID="{C35F057E-D1E5-430C-AB3D-B8A5136B1449}" presName="hierRoot2" presStyleCnt="0">
        <dgm:presLayoutVars>
          <dgm:hierBranch val="init"/>
        </dgm:presLayoutVars>
      </dgm:prSet>
      <dgm:spPr/>
    </dgm:pt>
    <dgm:pt modelId="{40AE598A-76A5-4EE9-99CB-06461E9B1258}" type="pres">
      <dgm:prSet presAssocID="{C35F057E-D1E5-430C-AB3D-B8A5136B1449}" presName="rootComposite" presStyleCnt="0"/>
      <dgm:spPr/>
    </dgm:pt>
    <dgm:pt modelId="{E81A03F7-97C7-43BB-802A-8CDA9658C509}" type="pres">
      <dgm:prSet presAssocID="{C35F057E-D1E5-430C-AB3D-B8A5136B1449}" presName="rootText" presStyleLbl="node1" presStyleIdx="2" presStyleCnt="8" custScaleX="129948">
        <dgm:presLayoutVars>
          <dgm:chMax/>
          <dgm:chPref val="3"/>
        </dgm:presLayoutVars>
      </dgm:prSet>
      <dgm:spPr/>
    </dgm:pt>
    <dgm:pt modelId="{23159B45-9CF8-4AA5-9691-6B8078E9ED14}" type="pres">
      <dgm:prSet presAssocID="{C35F057E-D1E5-430C-AB3D-B8A5136B1449}" presName="titleText2" presStyleLbl="fgAcc1" presStyleIdx="2" presStyleCnt="8" custScaleX="144604" custScaleY="172918" custLinFactNeighborX="27025" custLinFactNeighborY="84687">
        <dgm:presLayoutVars>
          <dgm:chMax val="0"/>
          <dgm:chPref val="0"/>
        </dgm:presLayoutVars>
      </dgm:prSet>
      <dgm:spPr/>
    </dgm:pt>
    <dgm:pt modelId="{195F65A5-DA0E-49ED-A9F8-8361F274673F}" type="pres">
      <dgm:prSet presAssocID="{C35F057E-D1E5-430C-AB3D-B8A5136B1449}" presName="rootConnector" presStyleLbl="node4" presStyleIdx="0" presStyleCnt="0"/>
      <dgm:spPr/>
    </dgm:pt>
    <dgm:pt modelId="{F0A72131-A425-4329-92D2-C3E21AF0E5A3}" type="pres">
      <dgm:prSet presAssocID="{C35F057E-D1E5-430C-AB3D-B8A5136B1449}" presName="hierChild4" presStyleCnt="0"/>
      <dgm:spPr/>
    </dgm:pt>
    <dgm:pt modelId="{2B8A6CEF-FD94-47C5-8C5A-D523EB6CB136}" type="pres">
      <dgm:prSet presAssocID="{97141D81-B0DA-409F-8813-8B28A6792A12}" presName="Name37" presStyleLbl="parChTrans1D4" presStyleIdx="1" presStyleCnt="4"/>
      <dgm:spPr/>
    </dgm:pt>
    <dgm:pt modelId="{96949C07-B5AA-4920-8AC8-D4CB2ACC6AA6}" type="pres">
      <dgm:prSet presAssocID="{8AF6EA8C-2C9E-4BCE-94E6-BB5978DB5C00}" presName="hierRoot2" presStyleCnt="0">
        <dgm:presLayoutVars>
          <dgm:hierBranch val="init"/>
        </dgm:presLayoutVars>
      </dgm:prSet>
      <dgm:spPr/>
    </dgm:pt>
    <dgm:pt modelId="{B9B1768C-7DDB-432B-8BE3-FD2AA485303C}" type="pres">
      <dgm:prSet presAssocID="{8AF6EA8C-2C9E-4BCE-94E6-BB5978DB5C00}" presName="rootComposite" presStyleCnt="0"/>
      <dgm:spPr/>
    </dgm:pt>
    <dgm:pt modelId="{0976B1F3-32F2-4A78-ACFD-01DAFDA645C3}" type="pres">
      <dgm:prSet presAssocID="{8AF6EA8C-2C9E-4BCE-94E6-BB5978DB5C00}" presName="rootText" presStyleLbl="node1" presStyleIdx="3" presStyleCnt="8" custLinFactNeighborX="-7380">
        <dgm:presLayoutVars>
          <dgm:chMax/>
          <dgm:chPref val="3"/>
        </dgm:presLayoutVars>
      </dgm:prSet>
      <dgm:spPr/>
    </dgm:pt>
    <dgm:pt modelId="{7DA9AABD-9B73-4B8D-BA33-82ACD69DDC7B}" type="pres">
      <dgm:prSet presAssocID="{8AF6EA8C-2C9E-4BCE-94E6-BB5978DB5C00}" presName="titleText2" presStyleLbl="fgAcc1" presStyleIdx="3" presStyleCnt="8" custScaleX="117053" custScaleY="143048" custLinFactNeighborX="2748" custLinFactNeighborY="344">
        <dgm:presLayoutVars>
          <dgm:chMax val="0"/>
          <dgm:chPref val="0"/>
        </dgm:presLayoutVars>
      </dgm:prSet>
      <dgm:spPr/>
    </dgm:pt>
    <dgm:pt modelId="{D13ED9BF-3D3A-48A7-8451-E09CADB59373}" type="pres">
      <dgm:prSet presAssocID="{8AF6EA8C-2C9E-4BCE-94E6-BB5978DB5C00}" presName="rootConnector" presStyleLbl="node4" presStyleIdx="0" presStyleCnt="0"/>
      <dgm:spPr/>
    </dgm:pt>
    <dgm:pt modelId="{429E5BBC-8968-4AD9-A135-C16DED61A982}" type="pres">
      <dgm:prSet presAssocID="{8AF6EA8C-2C9E-4BCE-94E6-BB5978DB5C00}" presName="hierChild4" presStyleCnt="0"/>
      <dgm:spPr/>
    </dgm:pt>
    <dgm:pt modelId="{44807371-F226-4846-8BA4-2A510414AFDF}" type="pres">
      <dgm:prSet presAssocID="{8AF6EA8C-2C9E-4BCE-94E6-BB5978DB5C00}" presName="hierChild5" presStyleCnt="0"/>
      <dgm:spPr/>
    </dgm:pt>
    <dgm:pt modelId="{3380DB4D-888A-474A-A5AE-7243963F17CF}" type="pres">
      <dgm:prSet presAssocID="{C35F057E-D1E5-430C-AB3D-B8A5136B1449}" presName="hierChild5" presStyleCnt="0"/>
      <dgm:spPr/>
    </dgm:pt>
    <dgm:pt modelId="{DD264CD5-0965-42AE-92F1-0E18ACF244B2}" type="pres">
      <dgm:prSet presAssocID="{BD602D4D-20CC-4324-9A66-C0C1E9EC5396}" presName="hierChild5" presStyleCnt="0"/>
      <dgm:spPr/>
    </dgm:pt>
    <dgm:pt modelId="{B55B524B-6BCF-464A-9455-653864A1FBAC}" type="pres">
      <dgm:prSet presAssocID="{308D03E5-EEDC-4CCD-926E-066D2F6C988F}" presName="Name37" presStyleLbl="parChTrans1D3" presStyleIdx="1" presStyleCnt="2"/>
      <dgm:spPr/>
    </dgm:pt>
    <dgm:pt modelId="{1DF9C174-2D6A-4B70-9F89-5996A864EDBD}" type="pres">
      <dgm:prSet presAssocID="{300F1E0F-29DE-45C7-8A97-528FCEC01DBE}" presName="hierRoot2" presStyleCnt="0">
        <dgm:presLayoutVars>
          <dgm:hierBranch val="init"/>
        </dgm:presLayoutVars>
      </dgm:prSet>
      <dgm:spPr/>
    </dgm:pt>
    <dgm:pt modelId="{71BA4EF7-7B10-42E5-93EB-245C7015F967}" type="pres">
      <dgm:prSet presAssocID="{300F1E0F-29DE-45C7-8A97-528FCEC01DBE}" presName="rootComposite" presStyleCnt="0"/>
      <dgm:spPr/>
    </dgm:pt>
    <dgm:pt modelId="{958ABDB9-07C1-46F1-98B9-16C074C32A6F}" type="pres">
      <dgm:prSet presAssocID="{300F1E0F-29DE-45C7-8A97-528FCEC01DBE}" presName="rootText" presStyleLbl="node1" presStyleIdx="4" presStyleCnt="8">
        <dgm:presLayoutVars>
          <dgm:chMax/>
          <dgm:chPref val="3"/>
        </dgm:presLayoutVars>
      </dgm:prSet>
      <dgm:spPr/>
    </dgm:pt>
    <dgm:pt modelId="{F41D68D1-DE75-4491-B9E8-CB20DF5D7A1F}" type="pres">
      <dgm:prSet presAssocID="{300F1E0F-29DE-45C7-8A97-528FCEC01DBE}" presName="titleText2" presStyleLbl="fgAcc1" presStyleIdx="4" presStyleCnt="8" custScaleX="124417" custScaleY="99350">
        <dgm:presLayoutVars>
          <dgm:chMax val="0"/>
          <dgm:chPref val="0"/>
        </dgm:presLayoutVars>
      </dgm:prSet>
      <dgm:spPr/>
    </dgm:pt>
    <dgm:pt modelId="{34AF51AA-080D-4790-B16C-12A919A4190C}" type="pres">
      <dgm:prSet presAssocID="{300F1E0F-29DE-45C7-8A97-528FCEC01DBE}" presName="rootConnector" presStyleLbl="node3" presStyleIdx="0" presStyleCnt="0"/>
      <dgm:spPr/>
    </dgm:pt>
    <dgm:pt modelId="{D88DE2CD-C5E8-46D2-9644-5F93E4000EB0}" type="pres">
      <dgm:prSet presAssocID="{300F1E0F-29DE-45C7-8A97-528FCEC01DBE}" presName="hierChild4" presStyleCnt="0"/>
      <dgm:spPr/>
    </dgm:pt>
    <dgm:pt modelId="{DB6199B0-676D-4435-8282-D62C4C1BEF34}" type="pres">
      <dgm:prSet presAssocID="{DCE76F23-6498-442B-8B72-4DBE24AA24BA}" presName="Name37" presStyleLbl="parChTrans1D4" presStyleIdx="2" presStyleCnt="4"/>
      <dgm:spPr/>
    </dgm:pt>
    <dgm:pt modelId="{FF5958D7-E910-4DBD-93E3-160609CF0CCF}" type="pres">
      <dgm:prSet presAssocID="{BD2F5A1D-E80D-4679-BAD6-8FE88AB2C431}" presName="hierRoot2" presStyleCnt="0">
        <dgm:presLayoutVars>
          <dgm:hierBranch val="init"/>
        </dgm:presLayoutVars>
      </dgm:prSet>
      <dgm:spPr/>
    </dgm:pt>
    <dgm:pt modelId="{B2C1E642-1BBD-4682-AE7F-B2D08A3BE09B}" type="pres">
      <dgm:prSet presAssocID="{BD2F5A1D-E80D-4679-BAD6-8FE88AB2C431}" presName="rootComposite" presStyleCnt="0"/>
      <dgm:spPr/>
    </dgm:pt>
    <dgm:pt modelId="{B65ED436-1BA7-4318-9897-4E6A3E4BF6A0}" type="pres">
      <dgm:prSet presAssocID="{BD2F5A1D-E80D-4679-BAD6-8FE88AB2C431}" presName="rootText" presStyleLbl="node1" presStyleIdx="5" presStyleCnt="8">
        <dgm:presLayoutVars>
          <dgm:chMax/>
          <dgm:chPref val="3"/>
        </dgm:presLayoutVars>
      </dgm:prSet>
      <dgm:spPr/>
    </dgm:pt>
    <dgm:pt modelId="{8F5E48B1-2585-4186-8621-D68465D71DE1}" type="pres">
      <dgm:prSet presAssocID="{BD2F5A1D-E80D-4679-BAD6-8FE88AB2C431}" presName="titleText2" presStyleLbl="fgAcc1" presStyleIdx="5" presStyleCnt="8" custScaleX="178523" custScaleY="162643" custLinFactNeighborX="42558" custLinFactNeighborY="82742">
        <dgm:presLayoutVars>
          <dgm:chMax val="0"/>
          <dgm:chPref val="0"/>
        </dgm:presLayoutVars>
      </dgm:prSet>
      <dgm:spPr/>
    </dgm:pt>
    <dgm:pt modelId="{D08FC37F-16C7-4A19-8D18-51AD85883731}" type="pres">
      <dgm:prSet presAssocID="{BD2F5A1D-E80D-4679-BAD6-8FE88AB2C431}" presName="rootConnector" presStyleLbl="node4" presStyleIdx="0" presStyleCnt="0"/>
      <dgm:spPr/>
    </dgm:pt>
    <dgm:pt modelId="{6EEE4149-D58A-427F-AC73-46AEF6783646}" type="pres">
      <dgm:prSet presAssocID="{BD2F5A1D-E80D-4679-BAD6-8FE88AB2C431}" presName="hierChild4" presStyleCnt="0"/>
      <dgm:spPr/>
    </dgm:pt>
    <dgm:pt modelId="{9F114544-40C4-4673-9D28-3A4B9B29209B}" type="pres">
      <dgm:prSet presAssocID="{20C76DB7-FEB3-4B50-8458-A9E381AC97C0}" presName="Name37" presStyleLbl="parChTrans1D4" presStyleIdx="3" presStyleCnt="4"/>
      <dgm:spPr/>
    </dgm:pt>
    <dgm:pt modelId="{F145A7E9-2052-4AD8-9745-E310ED3E5852}" type="pres">
      <dgm:prSet presAssocID="{0D72B253-9042-4089-B018-2E9125E7AB92}" presName="hierRoot2" presStyleCnt="0">
        <dgm:presLayoutVars>
          <dgm:hierBranch val="init"/>
        </dgm:presLayoutVars>
      </dgm:prSet>
      <dgm:spPr/>
    </dgm:pt>
    <dgm:pt modelId="{1DDF4C7C-7454-4BE8-B0D9-00F6435CF820}" type="pres">
      <dgm:prSet presAssocID="{0D72B253-9042-4089-B018-2E9125E7AB92}" presName="rootComposite" presStyleCnt="0"/>
      <dgm:spPr/>
    </dgm:pt>
    <dgm:pt modelId="{19CD5FA4-51A6-496C-8266-B9804C6B10FF}" type="pres">
      <dgm:prSet presAssocID="{0D72B253-9042-4089-B018-2E9125E7AB92}" presName="rootText" presStyleLbl="node1" presStyleIdx="6" presStyleCnt="8" custLinFactNeighborX="-9840">
        <dgm:presLayoutVars>
          <dgm:chMax/>
          <dgm:chPref val="3"/>
        </dgm:presLayoutVars>
      </dgm:prSet>
      <dgm:spPr/>
    </dgm:pt>
    <dgm:pt modelId="{99DD7819-49D3-492F-A73B-0C486638A7EC}" type="pres">
      <dgm:prSet presAssocID="{0D72B253-9042-4089-B018-2E9125E7AB92}" presName="titleText2" presStyleLbl="fgAcc1" presStyleIdx="6" presStyleCnt="8">
        <dgm:presLayoutVars>
          <dgm:chMax val="0"/>
          <dgm:chPref val="0"/>
        </dgm:presLayoutVars>
      </dgm:prSet>
      <dgm:spPr/>
    </dgm:pt>
    <dgm:pt modelId="{6BC8A055-AA70-483D-B3DF-189D8E9D687F}" type="pres">
      <dgm:prSet presAssocID="{0D72B253-9042-4089-B018-2E9125E7AB92}" presName="rootConnector" presStyleLbl="node4" presStyleIdx="0" presStyleCnt="0"/>
      <dgm:spPr/>
    </dgm:pt>
    <dgm:pt modelId="{2ACFD983-29E2-4F4E-A352-F3B14BAC591F}" type="pres">
      <dgm:prSet presAssocID="{0D72B253-9042-4089-B018-2E9125E7AB92}" presName="hierChild4" presStyleCnt="0"/>
      <dgm:spPr/>
    </dgm:pt>
    <dgm:pt modelId="{205C7814-8786-40E4-B6D6-F3133BA3F92E}" type="pres">
      <dgm:prSet presAssocID="{0D72B253-9042-4089-B018-2E9125E7AB92}" presName="hierChild5" presStyleCnt="0"/>
      <dgm:spPr/>
    </dgm:pt>
    <dgm:pt modelId="{92789714-11E9-400B-8CB1-2DED614FA95D}" type="pres">
      <dgm:prSet presAssocID="{BD2F5A1D-E80D-4679-BAD6-8FE88AB2C431}" presName="hierChild5" presStyleCnt="0"/>
      <dgm:spPr/>
    </dgm:pt>
    <dgm:pt modelId="{429386D8-DFFE-49B2-8578-6C6066235EDC}" type="pres">
      <dgm:prSet presAssocID="{300F1E0F-29DE-45C7-8A97-528FCEC01DBE}" presName="hierChild5" presStyleCnt="0"/>
      <dgm:spPr/>
    </dgm:pt>
    <dgm:pt modelId="{25E3F7FA-412C-421E-8BE5-4C559AA27483}" type="pres">
      <dgm:prSet presAssocID="{18E54EC2-A710-4106-98B7-78D1A0DF8488}" presName="hierChild5" presStyleCnt="0"/>
      <dgm:spPr/>
    </dgm:pt>
    <dgm:pt modelId="{68A40444-DFD7-4E4C-BCC3-5DEC09CDBCB2}" type="pres">
      <dgm:prSet presAssocID="{E14575A4-FE29-44BA-8865-7D7CB05824BB}" presName="Name37" presStyleLbl="parChTrans1D2" presStyleIdx="1" presStyleCnt="3"/>
      <dgm:spPr/>
    </dgm:pt>
    <dgm:pt modelId="{F1696D5C-24B3-4DA3-BC86-C7D0BDCF2606}" type="pres">
      <dgm:prSet presAssocID="{1C573AD2-18CA-4429-9A42-4083222D91A6}" presName="hierRoot2" presStyleCnt="0">
        <dgm:presLayoutVars>
          <dgm:hierBranch val="init"/>
        </dgm:presLayoutVars>
      </dgm:prSet>
      <dgm:spPr/>
    </dgm:pt>
    <dgm:pt modelId="{C9D60BEF-9E9D-48B5-9DC6-4EDF61C444C2}" type="pres">
      <dgm:prSet presAssocID="{1C573AD2-18CA-4429-9A42-4083222D91A6}" presName="rootComposite" presStyleCnt="0"/>
      <dgm:spPr/>
    </dgm:pt>
    <dgm:pt modelId="{D4E327EB-2642-4CF7-BCD6-9BE364B4E91B}" type="pres">
      <dgm:prSet presAssocID="{1C573AD2-18CA-4429-9A42-4083222D91A6}" presName="rootText" presStyleLbl="node1" presStyleIdx="7" presStyleCnt="8">
        <dgm:presLayoutVars>
          <dgm:chMax/>
          <dgm:chPref val="3"/>
        </dgm:presLayoutVars>
      </dgm:prSet>
      <dgm:spPr/>
    </dgm:pt>
    <dgm:pt modelId="{9BB2DCD5-519E-4A5C-B938-2323A442546B}" type="pres">
      <dgm:prSet presAssocID="{1C573AD2-18CA-4429-9A42-4083222D91A6}" presName="titleText2" presStyleLbl="fgAcc1" presStyleIdx="7" presStyleCnt="8" custScaleY="174075" custLinFactNeighborX="-1882" custLinFactNeighborY="41459">
        <dgm:presLayoutVars>
          <dgm:chMax val="0"/>
          <dgm:chPref val="0"/>
        </dgm:presLayoutVars>
      </dgm:prSet>
      <dgm:spPr/>
    </dgm:pt>
    <dgm:pt modelId="{C0D72066-F147-44A9-AEFD-8D5CF19F6D5F}" type="pres">
      <dgm:prSet presAssocID="{1C573AD2-18CA-4429-9A42-4083222D91A6}" presName="rootConnector" presStyleLbl="node2" presStyleIdx="0" presStyleCnt="0"/>
      <dgm:spPr/>
    </dgm:pt>
    <dgm:pt modelId="{E321DBA6-BA87-45BA-8061-62EADD5E6CDE}" type="pres">
      <dgm:prSet presAssocID="{1C573AD2-18CA-4429-9A42-4083222D91A6}" presName="hierChild4" presStyleCnt="0"/>
      <dgm:spPr/>
    </dgm:pt>
    <dgm:pt modelId="{DCF1547F-7D42-4133-B4E9-C223D12650B2}" type="pres">
      <dgm:prSet presAssocID="{1C573AD2-18CA-4429-9A42-4083222D91A6}" presName="hierChild5" presStyleCnt="0"/>
      <dgm:spPr/>
    </dgm:pt>
    <dgm:pt modelId="{2F991EC3-F7D8-408A-A389-4CDEFC1D6C9C}" type="pres">
      <dgm:prSet presAssocID="{95BA92C4-DFD3-4E24-BBDA-191CFCD418ED}" presName="hierChild3" presStyleCnt="0"/>
      <dgm:spPr/>
    </dgm:pt>
    <dgm:pt modelId="{493F5ED1-C0BF-46FB-BD76-BB02730C3237}" type="pres">
      <dgm:prSet presAssocID="{E800316D-C3D2-4E93-AC13-206126AC6CA6}" presName="Name96" presStyleLbl="parChTrans1D2" presStyleIdx="2" presStyleCnt="3"/>
      <dgm:spPr/>
    </dgm:pt>
    <dgm:pt modelId="{9AE00862-5B36-4E19-8FD5-56B49E02967B}" type="pres">
      <dgm:prSet presAssocID="{6E774FCB-DC36-4F46-B3C6-B20B34F20D33}" presName="hierRoot3" presStyleCnt="0">
        <dgm:presLayoutVars>
          <dgm:hierBranch val="init"/>
        </dgm:presLayoutVars>
      </dgm:prSet>
      <dgm:spPr/>
    </dgm:pt>
    <dgm:pt modelId="{2C5C98A8-3EC2-4A23-939D-49874AEAB76E}" type="pres">
      <dgm:prSet presAssocID="{6E774FCB-DC36-4F46-B3C6-B20B34F20D33}" presName="rootComposite3" presStyleCnt="0"/>
      <dgm:spPr/>
    </dgm:pt>
    <dgm:pt modelId="{BDA7B298-EB5D-4148-8DA8-626F1589EEED}" type="pres">
      <dgm:prSet presAssocID="{6E774FCB-DC36-4F46-B3C6-B20B34F20D33}" presName="rootText3" presStyleLbl="asst1" presStyleIdx="0" presStyleCnt="1" custScaleX="189502" custLinFactNeighborX="-20599" custLinFactNeighborY="514">
        <dgm:presLayoutVars>
          <dgm:chPref val="3"/>
        </dgm:presLayoutVars>
      </dgm:prSet>
      <dgm:spPr/>
    </dgm:pt>
    <dgm:pt modelId="{3F6C0813-1992-4D34-9964-3F0B0CD74C5E}" type="pres">
      <dgm:prSet presAssocID="{6E774FCB-DC36-4F46-B3C6-B20B34F20D33}" presName="titleText3" presStyleLbl="fgAcc2" presStyleIdx="0" presStyleCnt="1" custScaleX="194389" custScaleY="163997">
        <dgm:presLayoutVars>
          <dgm:chMax val="0"/>
          <dgm:chPref val="0"/>
        </dgm:presLayoutVars>
      </dgm:prSet>
      <dgm:spPr/>
    </dgm:pt>
    <dgm:pt modelId="{C2ADDA0C-CC3A-4B4F-A531-D53027827BB0}" type="pres">
      <dgm:prSet presAssocID="{6E774FCB-DC36-4F46-B3C6-B20B34F20D33}" presName="rootConnector3" presStyleLbl="asst1" presStyleIdx="0" presStyleCnt="1"/>
      <dgm:spPr/>
    </dgm:pt>
    <dgm:pt modelId="{F0342048-2C20-43DE-BA3B-1FE8CEFF5E62}" type="pres">
      <dgm:prSet presAssocID="{6E774FCB-DC36-4F46-B3C6-B20B34F20D33}" presName="hierChild6" presStyleCnt="0"/>
      <dgm:spPr/>
    </dgm:pt>
    <dgm:pt modelId="{5A7990FA-8F1A-4985-AB30-4AF946B2C6E8}" type="pres">
      <dgm:prSet presAssocID="{6E774FCB-DC36-4F46-B3C6-B20B34F20D33}" presName="hierChild7" presStyleCnt="0"/>
      <dgm:spPr/>
    </dgm:pt>
  </dgm:ptLst>
  <dgm:cxnLst>
    <dgm:cxn modelId="{B14A4D04-2AC6-4730-ADA8-0822F46BAA63}" type="presOf" srcId="{300F1E0F-29DE-45C7-8A97-528FCEC01DBE}" destId="{958ABDB9-07C1-46F1-98B9-16C074C32A6F}" srcOrd="0" destOrd="0" presId="urn:microsoft.com/office/officeart/2008/layout/NameandTitleOrganizationalChart"/>
    <dgm:cxn modelId="{1AFDFF04-C453-4A8F-BC1E-1C0F85F8E873}" type="presOf" srcId="{D6D418BB-053E-4B6C-ABD7-E45FF3B36264}" destId="{70E7057E-FD8A-4D8A-B2AE-4AD2AA39E24E}" srcOrd="0" destOrd="0" presId="urn:microsoft.com/office/officeart/2008/layout/NameandTitleOrganizationalChart"/>
    <dgm:cxn modelId="{A6441305-ADD3-4746-9917-78A4CAAF32B7}" type="presOf" srcId="{18E54EC2-A710-4106-98B7-78D1A0DF8488}" destId="{92162D1A-0B55-454D-9F8F-6CD748224E10}" srcOrd="1" destOrd="0" presId="urn:microsoft.com/office/officeart/2008/layout/NameandTitleOrganizationalChart"/>
    <dgm:cxn modelId="{E1FE0C07-4A40-4C5B-BCC4-554414B7CC4A}" type="presOf" srcId="{BD2F5A1D-E80D-4679-BAD6-8FE88AB2C431}" destId="{D08FC37F-16C7-4A19-8D18-51AD85883731}" srcOrd="1" destOrd="0" presId="urn:microsoft.com/office/officeart/2008/layout/NameandTitleOrganizationalChart"/>
    <dgm:cxn modelId="{15825E07-C816-4FFD-9052-25CF0488F10C}" type="presOf" srcId="{300F1E0F-29DE-45C7-8A97-528FCEC01DBE}" destId="{34AF51AA-080D-4790-B16C-12A919A4190C}" srcOrd="1" destOrd="0" presId="urn:microsoft.com/office/officeart/2008/layout/NameandTitleOrganizationalChart"/>
    <dgm:cxn modelId="{C86A5D15-831F-4BD4-9582-61B91F8BF568}" type="presOf" srcId="{5FF2584D-1E0B-446C-89AE-26015396AF18}" destId="{431C4CDC-1408-4D5C-8567-15706EB343A8}" srcOrd="0" destOrd="0" presId="urn:microsoft.com/office/officeart/2008/layout/NameandTitleOrganizationalChart"/>
    <dgm:cxn modelId="{4B154B19-D4B5-4A0C-BFBC-649C7BDA582F}" type="presOf" srcId="{BD602D4D-20CC-4324-9A66-C0C1E9EC5396}" destId="{3DE71193-B27E-4C0F-B1B8-5F6F8BCC5DF1}" srcOrd="0" destOrd="0" presId="urn:microsoft.com/office/officeart/2008/layout/NameandTitleOrganizationalChart"/>
    <dgm:cxn modelId="{7A47F51C-33B7-4031-9BA0-D57B00B834D2}" srcId="{95BA92C4-DFD3-4E24-BBDA-191CFCD418ED}" destId="{6E774FCB-DC36-4F46-B3C6-B20B34F20D33}" srcOrd="0" destOrd="0" parTransId="{E800316D-C3D2-4E93-AC13-206126AC6CA6}" sibTransId="{ABF0E648-9643-4F49-8B35-DF8D68BC905B}"/>
    <dgm:cxn modelId="{5744DD1E-AC4A-4EF1-ACAC-89D1C05A5F4A}" srcId="{C35F057E-D1E5-430C-AB3D-B8A5136B1449}" destId="{8AF6EA8C-2C9E-4BCE-94E6-BB5978DB5C00}" srcOrd="0" destOrd="0" parTransId="{97141D81-B0DA-409F-8813-8B28A6792A12}" sibTransId="{78164AF9-DE14-471A-B45B-1B392063EDB8}"/>
    <dgm:cxn modelId="{416D3220-0205-4825-8AF0-2A3B8FCD7639}" type="presOf" srcId="{18E54EC2-A710-4106-98B7-78D1A0DF8488}" destId="{A54841FD-8DA7-4D66-B3E1-F176404E51A7}" srcOrd="0" destOrd="0" presId="urn:microsoft.com/office/officeart/2008/layout/NameandTitleOrganizationalChart"/>
    <dgm:cxn modelId="{21FC3321-5F30-4303-9F75-C819B5392803}" type="presOf" srcId="{78164AF9-DE14-471A-B45B-1B392063EDB8}" destId="{7DA9AABD-9B73-4B8D-BA33-82ACD69DDC7B}" srcOrd="0" destOrd="0" presId="urn:microsoft.com/office/officeart/2008/layout/NameandTitleOrganizationalChart"/>
    <dgm:cxn modelId="{7B2AC721-2CB3-4121-93C4-70A662AFC979}" type="presOf" srcId="{BD2F5A1D-E80D-4679-BAD6-8FE88AB2C431}" destId="{B65ED436-1BA7-4318-9897-4E6A3E4BF6A0}" srcOrd="0" destOrd="0" presId="urn:microsoft.com/office/officeart/2008/layout/NameandTitleOrganizationalChart"/>
    <dgm:cxn modelId="{BC1B8C24-C78D-4C7C-B166-95C262902184}" type="presOf" srcId="{8AF6EA8C-2C9E-4BCE-94E6-BB5978DB5C00}" destId="{0976B1F3-32F2-4A78-ACFD-01DAFDA645C3}" srcOrd="0" destOrd="0" presId="urn:microsoft.com/office/officeart/2008/layout/NameandTitleOrganizationalChart"/>
    <dgm:cxn modelId="{BDA3702F-AA95-4588-9832-8968FF9C9C7A}" type="presOf" srcId="{771DA6DC-CE6D-4B91-944E-C1B55C419A75}" destId="{C00629C6-61D6-47F8-9572-A00FAA3100DB}" srcOrd="0" destOrd="0" presId="urn:microsoft.com/office/officeart/2008/layout/NameandTitleOrganizationalChart"/>
    <dgm:cxn modelId="{FBA83130-C540-4711-B76D-C3EB80BDEE3A}" type="presOf" srcId="{ABF0E648-9643-4F49-8B35-DF8D68BC905B}" destId="{3F6C0813-1992-4D34-9964-3F0B0CD74C5E}" srcOrd="0" destOrd="0" presId="urn:microsoft.com/office/officeart/2008/layout/NameandTitleOrganizationalChart"/>
    <dgm:cxn modelId="{A8C5CD31-E846-4F0E-B6F2-5C8D72385AB3}" type="presOf" srcId="{DCE76F23-6498-442B-8B72-4DBE24AA24BA}" destId="{DB6199B0-676D-4435-8282-D62C4C1BEF34}" srcOrd="0" destOrd="0" presId="urn:microsoft.com/office/officeart/2008/layout/NameandTitleOrganizationalChart"/>
    <dgm:cxn modelId="{3147DF33-0970-478D-A253-63A5B9E6BD5E}" type="presOf" srcId="{97141D81-B0DA-409F-8813-8B28A6792A12}" destId="{2B8A6CEF-FD94-47C5-8C5A-D523EB6CB136}" srcOrd="0" destOrd="0" presId="urn:microsoft.com/office/officeart/2008/layout/NameandTitleOrganizationalChart"/>
    <dgm:cxn modelId="{5DCD3561-5891-453E-8CC1-CE96EAA6B56F}" srcId="{95BA92C4-DFD3-4E24-BBDA-191CFCD418ED}" destId="{1C573AD2-18CA-4429-9A42-4083222D91A6}" srcOrd="2" destOrd="0" parTransId="{E14575A4-FE29-44BA-8865-7D7CB05824BB}" sibTransId="{525C1319-9A1F-41C6-A922-A4747448A4B0}"/>
    <dgm:cxn modelId="{C916A448-515C-436C-8EB6-B0CA06940824}" type="presOf" srcId="{2384FEAB-22B6-47E8-9916-90565AD3BD8B}" destId="{34D292CF-3756-474D-9278-FFA408234BF5}" srcOrd="0" destOrd="0" presId="urn:microsoft.com/office/officeart/2008/layout/NameandTitleOrganizationalChart"/>
    <dgm:cxn modelId="{C638106B-6682-45C6-BE89-930EA4C05087}" type="presOf" srcId="{308D03E5-EEDC-4CCD-926E-066D2F6C988F}" destId="{B55B524B-6BCF-464A-9455-653864A1FBAC}" srcOrd="0" destOrd="0" presId="urn:microsoft.com/office/officeart/2008/layout/NameandTitleOrganizationalChart"/>
    <dgm:cxn modelId="{585B814D-6504-4592-9E78-6566D6D9C516}" type="presOf" srcId="{95BA92C4-DFD3-4E24-BBDA-191CFCD418ED}" destId="{E53BBBB8-33FD-4BCE-B718-7377F4865D4B}" srcOrd="1" destOrd="0" presId="urn:microsoft.com/office/officeart/2008/layout/NameandTitleOrganizationalChart"/>
    <dgm:cxn modelId="{8F9CEA6F-3141-4C2C-8F90-2959C60786E6}" type="presOf" srcId="{73DB8119-3AF5-475E-9D78-9D885F54F2B9}" destId="{D5357B23-F2F2-4FEB-A8CC-36D81244D307}" srcOrd="0" destOrd="0" presId="urn:microsoft.com/office/officeart/2008/layout/NameandTitleOrganizationalChart"/>
    <dgm:cxn modelId="{26E60F74-6407-4687-BA82-6B0799321293}" srcId="{18E54EC2-A710-4106-98B7-78D1A0DF8488}" destId="{300F1E0F-29DE-45C7-8A97-528FCEC01DBE}" srcOrd="1" destOrd="0" parTransId="{308D03E5-EEDC-4CCD-926E-066D2F6C988F}" sibTransId="{7AA13DBC-64B8-4F6F-B1BA-ED64A17E1844}"/>
    <dgm:cxn modelId="{913F9A58-A390-41B8-AE82-C63CAA6A4466}" type="presOf" srcId="{3B86CAEF-D33B-432E-AA2B-F318B497DFD4}" destId="{23159B45-9CF8-4AA5-9691-6B8078E9ED14}" srcOrd="0" destOrd="0" presId="urn:microsoft.com/office/officeart/2008/layout/NameandTitleOrganizationalChart"/>
    <dgm:cxn modelId="{B022AE59-E581-4625-8FEE-70B2E4933E46}" type="presOf" srcId="{20C76DB7-FEB3-4B50-8458-A9E381AC97C0}" destId="{9F114544-40C4-4673-9D28-3A4B9B29209B}" srcOrd="0" destOrd="0" presId="urn:microsoft.com/office/officeart/2008/layout/NameandTitleOrganizationalChart"/>
    <dgm:cxn modelId="{B496898A-362A-4C08-B145-A9B46F51C219}" srcId="{95BA92C4-DFD3-4E24-BBDA-191CFCD418ED}" destId="{18E54EC2-A710-4106-98B7-78D1A0DF8488}" srcOrd="1" destOrd="0" parTransId="{5FF2584D-1E0B-446C-89AE-26015396AF18}" sibTransId="{73DB8119-3AF5-475E-9D78-9D885F54F2B9}"/>
    <dgm:cxn modelId="{9217E98D-A8CF-42AB-A482-C20FE36E243D}" type="presOf" srcId="{8AF6EA8C-2C9E-4BCE-94E6-BB5978DB5C00}" destId="{D13ED9BF-3D3A-48A7-8451-E09CADB59373}" srcOrd="1" destOrd="0" presId="urn:microsoft.com/office/officeart/2008/layout/NameandTitleOrganizationalChart"/>
    <dgm:cxn modelId="{2E221391-9941-4A2B-B47D-B5A7DD6D019E}" type="presOf" srcId="{1C573AD2-18CA-4429-9A42-4083222D91A6}" destId="{D4E327EB-2642-4CF7-BCD6-9BE364B4E91B}" srcOrd="0" destOrd="0" presId="urn:microsoft.com/office/officeart/2008/layout/NameandTitleOrganizationalChart"/>
    <dgm:cxn modelId="{1D92AE95-514C-4712-9D7F-F3E53917A291}" type="presOf" srcId="{0D72B253-9042-4089-B018-2E9125E7AB92}" destId="{19CD5FA4-51A6-496C-8266-B9804C6B10FF}" srcOrd="0" destOrd="0" presId="urn:microsoft.com/office/officeart/2008/layout/NameandTitleOrganizationalChart"/>
    <dgm:cxn modelId="{66EF7A96-706F-428A-8BE9-5416A9D2E90E}" type="presOf" srcId="{BD602D4D-20CC-4324-9A66-C0C1E9EC5396}" destId="{23B1CBF4-3D47-47AD-AC54-258C4A494AE0}" srcOrd="1" destOrd="0" presId="urn:microsoft.com/office/officeart/2008/layout/NameandTitleOrganizationalChart"/>
    <dgm:cxn modelId="{F3AF51A1-64C0-4F79-81B9-6183DF1BDE57}" type="presOf" srcId="{0976FE4C-E0E4-4B6E-B47F-B1E042334CE2}" destId="{9F624AAA-22E3-445A-8BD2-E28C5881013E}" srcOrd="0" destOrd="0" presId="urn:microsoft.com/office/officeart/2008/layout/NameandTitleOrganizationalChart"/>
    <dgm:cxn modelId="{1C48FAA2-EA98-4528-A681-6A6474B119E6}" type="presOf" srcId="{E800316D-C3D2-4E93-AC13-206126AC6CA6}" destId="{493F5ED1-C0BF-46FB-BD76-BB02730C3237}" srcOrd="0" destOrd="0" presId="urn:microsoft.com/office/officeart/2008/layout/NameandTitleOrganizationalChart"/>
    <dgm:cxn modelId="{406820A4-C9B3-4B5A-A2F3-D89E500E7DCC}" type="presOf" srcId="{1C573AD2-18CA-4429-9A42-4083222D91A6}" destId="{C0D72066-F147-44A9-AEFD-8D5CF19F6D5F}" srcOrd="1" destOrd="0" presId="urn:microsoft.com/office/officeart/2008/layout/NameandTitleOrganizationalChart"/>
    <dgm:cxn modelId="{472D0AAA-BF35-441A-BC62-FF1C7116C5A5}" type="presOf" srcId="{7AA13DBC-64B8-4F6F-B1BA-ED64A17E1844}" destId="{F41D68D1-DE75-4491-B9E8-CB20DF5D7A1F}" srcOrd="0" destOrd="0" presId="urn:microsoft.com/office/officeart/2008/layout/NameandTitleOrganizationalChart"/>
    <dgm:cxn modelId="{E8EEEAB2-FB6B-482D-8F2A-C33278FF2795}" type="presOf" srcId="{6E774FCB-DC36-4F46-B3C6-B20B34F20D33}" destId="{C2ADDA0C-CC3A-4B4F-A531-D53027827BB0}" srcOrd="1" destOrd="0" presId="urn:microsoft.com/office/officeart/2008/layout/NameandTitleOrganizationalChart"/>
    <dgm:cxn modelId="{12AFEDB4-DAFE-4D82-944B-BFAB9D2DAAE0}" type="presOf" srcId="{0D72B253-9042-4089-B018-2E9125E7AB92}" destId="{6BC8A055-AA70-483D-B3DF-189D8E9D687F}" srcOrd="1" destOrd="0" presId="urn:microsoft.com/office/officeart/2008/layout/NameandTitleOrganizationalChart"/>
    <dgm:cxn modelId="{135C7DBF-FAE6-4CC1-A786-5C24358E1BD3}" type="presOf" srcId="{E14575A4-FE29-44BA-8865-7D7CB05824BB}" destId="{68A40444-DFD7-4E4C-BCC3-5DEC09CDBCB2}" srcOrd="0" destOrd="0" presId="urn:microsoft.com/office/officeart/2008/layout/NameandTitleOrganizationalChart"/>
    <dgm:cxn modelId="{060466CF-D05F-47A8-9AB6-5E78BAEDD987}" type="presOf" srcId="{6E774FCB-DC36-4F46-B3C6-B20B34F20D33}" destId="{BDA7B298-EB5D-4148-8DA8-626F1589EEED}" srcOrd="0" destOrd="0" presId="urn:microsoft.com/office/officeart/2008/layout/NameandTitleOrganizationalChart"/>
    <dgm:cxn modelId="{D354D5CF-7FD8-4802-BFA3-91C56ADF00D5}" srcId="{BD2F5A1D-E80D-4679-BAD6-8FE88AB2C431}" destId="{0D72B253-9042-4089-B018-2E9125E7AB92}" srcOrd="0" destOrd="0" parTransId="{20C76DB7-FEB3-4B50-8458-A9E381AC97C0}" sibTransId="{516EAF7B-AC75-491C-A9DC-421612211549}"/>
    <dgm:cxn modelId="{4CABDECF-2B6B-4C44-9E93-509872339169}" type="presOf" srcId="{C35F057E-D1E5-430C-AB3D-B8A5136B1449}" destId="{E81A03F7-97C7-43BB-802A-8CDA9658C509}" srcOrd="0" destOrd="0" presId="urn:microsoft.com/office/officeart/2008/layout/NameandTitleOrganizationalChart"/>
    <dgm:cxn modelId="{D0353BD1-E3D7-427D-AF13-23E2A693F8A1}" srcId="{18E54EC2-A710-4106-98B7-78D1A0DF8488}" destId="{BD602D4D-20CC-4324-9A66-C0C1E9EC5396}" srcOrd="0" destOrd="0" parTransId="{D6D418BB-053E-4B6C-ABD7-E45FF3B36264}" sibTransId="{0976FE4C-E0E4-4B6E-B47F-B1E042334CE2}"/>
    <dgm:cxn modelId="{69DADDD1-63E4-4CDE-AD25-A8AF6A47326F}" srcId="{EEFA7135-76BB-44F4-83B4-E6986FB71347}" destId="{95BA92C4-DFD3-4E24-BBDA-191CFCD418ED}" srcOrd="0" destOrd="0" parTransId="{9CCAAECB-8692-4F54-AA3F-751372731EE8}" sibTransId="{2384FEAB-22B6-47E8-9916-90565AD3BD8B}"/>
    <dgm:cxn modelId="{9CA2D1D6-D1C4-4C66-8316-6BECE7304A28}" srcId="{BD602D4D-20CC-4324-9A66-C0C1E9EC5396}" destId="{C35F057E-D1E5-430C-AB3D-B8A5136B1449}" srcOrd="0" destOrd="0" parTransId="{771DA6DC-CE6D-4B91-944E-C1B55C419A75}" sibTransId="{3B86CAEF-D33B-432E-AA2B-F318B497DFD4}"/>
    <dgm:cxn modelId="{8329E0DE-A864-4BBD-9ECA-97D5F1C5FC64}" type="presOf" srcId="{95BA92C4-DFD3-4E24-BBDA-191CFCD418ED}" destId="{4F28D7B4-48D8-4F3B-978E-9FC68F57130D}" srcOrd="0" destOrd="0" presId="urn:microsoft.com/office/officeart/2008/layout/NameandTitleOrganizationalChart"/>
    <dgm:cxn modelId="{941A9DE0-3F92-4793-B7B5-5912E181FBE7}" srcId="{300F1E0F-29DE-45C7-8A97-528FCEC01DBE}" destId="{BD2F5A1D-E80D-4679-BAD6-8FE88AB2C431}" srcOrd="0" destOrd="0" parTransId="{DCE76F23-6498-442B-8B72-4DBE24AA24BA}" sibTransId="{C7A77D7F-A3E9-40D8-B9FE-960223C1061D}"/>
    <dgm:cxn modelId="{F2E56CE8-1371-4FA2-9C14-4DDE8A9EC6FA}" type="presOf" srcId="{C35F057E-D1E5-430C-AB3D-B8A5136B1449}" destId="{195F65A5-DA0E-49ED-A9F8-8361F274673F}" srcOrd="1" destOrd="0" presId="urn:microsoft.com/office/officeart/2008/layout/NameandTitleOrganizationalChart"/>
    <dgm:cxn modelId="{C2E0ABEC-A37D-46D7-8C13-78A740D4CEA9}" type="presOf" srcId="{525C1319-9A1F-41C6-A922-A4747448A4B0}" destId="{9BB2DCD5-519E-4A5C-B938-2323A442546B}" srcOrd="0" destOrd="0" presId="urn:microsoft.com/office/officeart/2008/layout/NameandTitleOrganizationalChart"/>
    <dgm:cxn modelId="{DAB1A1EF-C02D-4A08-B931-E2D875E6E142}" type="presOf" srcId="{C7A77D7F-A3E9-40D8-B9FE-960223C1061D}" destId="{8F5E48B1-2585-4186-8621-D68465D71DE1}" srcOrd="0" destOrd="0" presId="urn:microsoft.com/office/officeart/2008/layout/NameandTitleOrganizationalChart"/>
    <dgm:cxn modelId="{A191FAF5-04D0-4F93-9EEB-8A78D146FAEC}" type="presOf" srcId="{EEFA7135-76BB-44F4-83B4-E6986FB71347}" destId="{91E7342B-66EA-4855-B914-05AE4EB7A3CE}" srcOrd="0" destOrd="0" presId="urn:microsoft.com/office/officeart/2008/layout/NameandTitleOrganizationalChart"/>
    <dgm:cxn modelId="{4F2919FF-8CD8-493C-8A6B-F8CC303A5C59}" type="presOf" srcId="{516EAF7B-AC75-491C-A9DC-421612211549}" destId="{99DD7819-49D3-492F-A73B-0C486638A7EC}" srcOrd="0" destOrd="0" presId="urn:microsoft.com/office/officeart/2008/layout/NameandTitleOrganizationalChart"/>
    <dgm:cxn modelId="{C5105DFA-8DA1-4314-9DC6-0FB526EF87BD}" type="presParOf" srcId="{91E7342B-66EA-4855-B914-05AE4EB7A3CE}" destId="{6C2F04E1-5F28-42F2-A755-B6E62F435E66}" srcOrd="0" destOrd="0" presId="urn:microsoft.com/office/officeart/2008/layout/NameandTitleOrganizationalChart"/>
    <dgm:cxn modelId="{762C388A-BD38-4975-A034-1A93BE77C46C}" type="presParOf" srcId="{6C2F04E1-5F28-42F2-A755-B6E62F435E66}" destId="{A5E4F2E1-A89F-47B1-B850-4601B19694A0}" srcOrd="0" destOrd="0" presId="urn:microsoft.com/office/officeart/2008/layout/NameandTitleOrganizationalChart"/>
    <dgm:cxn modelId="{51DF3258-ABAB-47DB-A89C-2B05F1366467}" type="presParOf" srcId="{A5E4F2E1-A89F-47B1-B850-4601B19694A0}" destId="{4F28D7B4-48D8-4F3B-978E-9FC68F57130D}" srcOrd="0" destOrd="0" presId="urn:microsoft.com/office/officeart/2008/layout/NameandTitleOrganizationalChart"/>
    <dgm:cxn modelId="{C5E2F60D-9103-46A8-80EF-58551C966A1C}" type="presParOf" srcId="{A5E4F2E1-A89F-47B1-B850-4601B19694A0}" destId="{34D292CF-3756-474D-9278-FFA408234BF5}" srcOrd="1" destOrd="0" presId="urn:microsoft.com/office/officeart/2008/layout/NameandTitleOrganizationalChart"/>
    <dgm:cxn modelId="{88E32556-BF25-485A-A081-43D03A67A297}" type="presParOf" srcId="{A5E4F2E1-A89F-47B1-B850-4601B19694A0}" destId="{E53BBBB8-33FD-4BCE-B718-7377F4865D4B}" srcOrd="2" destOrd="0" presId="urn:microsoft.com/office/officeart/2008/layout/NameandTitleOrganizationalChart"/>
    <dgm:cxn modelId="{148B5CF9-C3D9-4228-8149-A86E773DCB91}" type="presParOf" srcId="{6C2F04E1-5F28-42F2-A755-B6E62F435E66}" destId="{1B8E23C0-5A21-46D9-A8B3-E81DE4F3F541}" srcOrd="1" destOrd="0" presId="urn:microsoft.com/office/officeart/2008/layout/NameandTitleOrganizationalChart"/>
    <dgm:cxn modelId="{2F56D939-75C1-4CF6-97C5-69FC885EFED1}" type="presParOf" srcId="{1B8E23C0-5A21-46D9-A8B3-E81DE4F3F541}" destId="{431C4CDC-1408-4D5C-8567-15706EB343A8}" srcOrd="0" destOrd="0" presId="urn:microsoft.com/office/officeart/2008/layout/NameandTitleOrganizationalChart"/>
    <dgm:cxn modelId="{DBFB74C6-C06D-4877-BF1E-2D3A4C78CE83}" type="presParOf" srcId="{1B8E23C0-5A21-46D9-A8B3-E81DE4F3F541}" destId="{7A470F38-DC0A-43DD-91D2-FD930F5E686E}" srcOrd="1" destOrd="0" presId="urn:microsoft.com/office/officeart/2008/layout/NameandTitleOrganizationalChart"/>
    <dgm:cxn modelId="{F65AB491-30A8-4BEE-91AE-FE0FC03E079A}" type="presParOf" srcId="{7A470F38-DC0A-43DD-91D2-FD930F5E686E}" destId="{A0430DE3-849D-4F8B-BC3D-50F8CED2B062}" srcOrd="0" destOrd="0" presId="urn:microsoft.com/office/officeart/2008/layout/NameandTitleOrganizationalChart"/>
    <dgm:cxn modelId="{1DF3F06D-D30F-4CF2-AB5C-163621DE41F4}" type="presParOf" srcId="{A0430DE3-849D-4F8B-BC3D-50F8CED2B062}" destId="{A54841FD-8DA7-4D66-B3E1-F176404E51A7}" srcOrd="0" destOrd="0" presId="urn:microsoft.com/office/officeart/2008/layout/NameandTitleOrganizationalChart"/>
    <dgm:cxn modelId="{D94B72A6-F063-45AE-B814-D39C888CED21}" type="presParOf" srcId="{A0430DE3-849D-4F8B-BC3D-50F8CED2B062}" destId="{D5357B23-F2F2-4FEB-A8CC-36D81244D307}" srcOrd="1" destOrd="0" presId="urn:microsoft.com/office/officeart/2008/layout/NameandTitleOrganizationalChart"/>
    <dgm:cxn modelId="{793BDD0E-AB3C-4DA6-9309-D0F93B6F0A79}" type="presParOf" srcId="{A0430DE3-849D-4F8B-BC3D-50F8CED2B062}" destId="{92162D1A-0B55-454D-9F8F-6CD748224E10}" srcOrd="2" destOrd="0" presId="urn:microsoft.com/office/officeart/2008/layout/NameandTitleOrganizationalChart"/>
    <dgm:cxn modelId="{2C5327F5-7D3D-4746-8536-A0A1A0945676}" type="presParOf" srcId="{7A470F38-DC0A-43DD-91D2-FD930F5E686E}" destId="{9DD4FD12-4480-4404-86D3-DF13F78BC29B}" srcOrd="1" destOrd="0" presId="urn:microsoft.com/office/officeart/2008/layout/NameandTitleOrganizationalChart"/>
    <dgm:cxn modelId="{357C26C4-96FC-41DE-931B-29A36B52FE0C}" type="presParOf" srcId="{9DD4FD12-4480-4404-86D3-DF13F78BC29B}" destId="{70E7057E-FD8A-4D8A-B2AE-4AD2AA39E24E}" srcOrd="0" destOrd="0" presId="urn:microsoft.com/office/officeart/2008/layout/NameandTitleOrganizationalChart"/>
    <dgm:cxn modelId="{1F2833DF-9152-4ED2-8F16-450732988B4F}" type="presParOf" srcId="{9DD4FD12-4480-4404-86D3-DF13F78BC29B}" destId="{CA74F90C-3904-4522-9DC6-8204226FB6B0}" srcOrd="1" destOrd="0" presId="urn:microsoft.com/office/officeart/2008/layout/NameandTitleOrganizationalChart"/>
    <dgm:cxn modelId="{5339773F-F7C1-4EC5-8767-816F53756C16}" type="presParOf" srcId="{CA74F90C-3904-4522-9DC6-8204226FB6B0}" destId="{F9BBB86E-61D5-4332-BEEF-3B7017CFC8BE}" srcOrd="0" destOrd="0" presId="urn:microsoft.com/office/officeart/2008/layout/NameandTitleOrganizationalChart"/>
    <dgm:cxn modelId="{92C32976-7913-4BBF-A9F2-BB2840054E14}" type="presParOf" srcId="{F9BBB86E-61D5-4332-BEEF-3B7017CFC8BE}" destId="{3DE71193-B27E-4C0F-B1B8-5F6F8BCC5DF1}" srcOrd="0" destOrd="0" presId="urn:microsoft.com/office/officeart/2008/layout/NameandTitleOrganizationalChart"/>
    <dgm:cxn modelId="{2B7ACF32-4748-4824-898C-90AA88FFC06E}" type="presParOf" srcId="{F9BBB86E-61D5-4332-BEEF-3B7017CFC8BE}" destId="{9F624AAA-22E3-445A-8BD2-E28C5881013E}" srcOrd="1" destOrd="0" presId="urn:microsoft.com/office/officeart/2008/layout/NameandTitleOrganizationalChart"/>
    <dgm:cxn modelId="{9DD5059F-FA79-4E60-BAC4-B59E43EF7E70}" type="presParOf" srcId="{F9BBB86E-61D5-4332-BEEF-3B7017CFC8BE}" destId="{23B1CBF4-3D47-47AD-AC54-258C4A494AE0}" srcOrd="2" destOrd="0" presId="urn:microsoft.com/office/officeart/2008/layout/NameandTitleOrganizationalChart"/>
    <dgm:cxn modelId="{75E63181-A137-4831-BB37-8E8985711068}" type="presParOf" srcId="{CA74F90C-3904-4522-9DC6-8204226FB6B0}" destId="{6352F4F7-9A36-4F8E-A232-4F35FFE66982}" srcOrd="1" destOrd="0" presId="urn:microsoft.com/office/officeart/2008/layout/NameandTitleOrganizationalChart"/>
    <dgm:cxn modelId="{B7F22D3C-F777-4CFE-AFCC-B05F6165E2DC}" type="presParOf" srcId="{6352F4F7-9A36-4F8E-A232-4F35FFE66982}" destId="{C00629C6-61D6-47F8-9572-A00FAA3100DB}" srcOrd="0" destOrd="0" presId="urn:microsoft.com/office/officeart/2008/layout/NameandTitleOrganizationalChart"/>
    <dgm:cxn modelId="{0FDCFC2C-5CA6-46A1-AD7C-B4025233FE67}" type="presParOf" srcId="{6352F4F7-9A36-4F8E-A232-4F35FFE66982}" destId="{EDFA3BCA-17BB-4959-A177-7EEB1F3D7234}" srcOrd="1" destOrd="0" presId="urn:microsoft.com/office/officeart/2008/layout/NameandTitleOrganizationalChart"/>
    <dgm:cxn modelId="{26A21FDE-5327-4E1A-A268-6DD37BAB070A}" type="presParOf" srcId="{EDFA3BCA-17BB-4959-A177-7EEB1F3D7234}" destId="{40AE598A-76A5-4EE9-99CB-06461E9B1258}" srcOrd="0" destOrd="0" presId="urn:microsoft.com/office/officeart/2008/layout/NameandTitleOrganizationalChart"/>
    <dgm:cxn modelId="{52B6C40A-D9C6-46E2-9F51-100913392ECD}" type="presParOf" srcId="{40AE598A-76A5-4EE9-99CB-06461E9B1258}" destId="{E81A03F7-97C7-43BB-802A-8CDA9658C509}" srcOrd="0" destOrd="0" presId="urn:microsoft.com/office/officeart/2008/layout/NameandTitleOrganizationalChart"/>
    <dgm:cxn modelId="{00A2DBFC-E33A-4887-B24F-F50DBE500B64}" type="presParOf" srcId="{40AE598A-76A5-4EE9-99CB-06461E9B1258}" destId="{23159B45-9CF8-4AA5-9691-6B8078E9ED14}" srcOrd="1" destOrd="0" presId="urn:microsoft.com/office/officeart/2008/layout/NameandTitleOrganizationalChart"/>
    <dgm:cxn modelId="{1BE09C8A-0093-479A-9C6E-C754ED69C1C2}" type="presParOf" srcId="{40AE598A-76A5-4EE9-99CB-06461E9B1258}" destId="{195F65A5-DA0E-49ED-A9F8-8361F274673F}" srcOrd="2" destOrd="0" presId="urn:microsoft.com/office/officeart/2008/layout/NameandTitleOrganizationalChart"/>
    <dgm:cxn modelId="{28E524EE-17DC-4CE1-BB96-8C845A49437C}" type="presParOf" srcId="{EDFA3BCA-17BB-4959-A177-7EEB1F3D7234}" destId="{F0A72131-A425-4329-92D2-C3E21AF0E5A3}" srcOrd="1" destOrd="0" presId="urn:microsoft.com/office/officeart/2008/layout/NameandTitleOrganizationalChart"/>
    <dgm:cxn modelId="{06C9B18A-035A-49A2-8A0E-D9109089350E}" type="presParOf" srcId="{F0A72131-A425-4329-92D2-C3E21AF0E5A3}" destId="{2B8A6CEF-FD94-47C5-8C5A-D523EB6CB136}" srcOrd="0" destOrd="0" presId="urn:microsoft.com/office/officeart/2008/layout/NameandTitleOrganizationalChart"/>
    <dgm:cxn modelId="{88EB8067-FD9A-4D16-B043-74E33D97212F}" type="presParOf" srcId="{F0A72131-A425-4329-92D2-C3E21AF0E5A3}" destId="{96949C07-B5AA-4920-8AC8-D4CB2ACC6AA6}" srcOrd="1" destOrd="0" presId="urn:microsoft.com/office/officeart/2008/layout/NameandTitleOrganizationalChart"/>
    <dgm:cxn modelId="{8049D22C-4FDD-47C6-8C9E-88BB277BCA53}" type="presParOf" srcId="{96949C07-B5AA-4920-8AC8-D4CB2ACC6AA6}" destId="{B9B1768C-7DDB-432B-8BE3-FD2AA485303C}" srcOrd="0" destOrd="0" presId="urn:microsoft.com/office/officeart/2008/layout/NameandTitleOrganizationalChart"/>
    <dgm:cxn modelId="{0EFC62D6-E60F-492B-998E-3C1496914B77}" type="presParOf" srcId="{B9B1768C-7DDB-432B-8BE3-FD2AA485303C}" destId="{0976B1F3-32F2-4A78-ACFD-01DAFDA645C3}" srcOrd="0" destOrd="0" presId="urn:microsoft.com/office/officeart/2008/layout/NameandTitleOrganizationalChart"/>
    <dgm:cxn modelId="{D4496FD3-DD6F-4746-BF05-6D51FBA5DD10}" type="presParOf" srcId="{B9B1768C-7DDB-432B-8BE3-FD2AA485303C}" destId="{7DA9AABD-9B73-4B8D-BA33-82ACD69DDC7B}" srcOrd="1" destOrd="0" presId="urn:microsoft.com/office/officeart/2008/layout/NameandTitleOrganizationalChart"/>
    <dgm:cxn modelId="{8E4CBA7A-40D7-43E3-BD2C-6731DE4B48E2}" type="presParOf" srcId="{B9B1768C-7DDB-432B-8BE3-FD2AA485303C}" destId="{D13ED9BF-3D3A-48A7-8451-E09CADB59373}" srcOrd="2" destOrd="0" presId="urn:microsoft.com/office/officeart/2008/layout/NameandTitleOrganizationalChart"/>
    <dgm:cxn modelId="{0A373963-E229-45CE-8F35-00A0F261B536}" type="presParOf" srcId="{96949C07-B5AA-4920-8AC8-D4CB2ACC6AA6}" destId="{429E5BBC-8968-4AD9-A135-C16DED61A982}" srcOrd="1" destOrd="0" presId="urn:microsoft.com/office/officeart/2008/layout/NameandTitleOrganizationalChart"/>
    <dgm:cxn modelId="{4D72455E-4985-4CC8-9EA2-7FBD23551BAE}" type="presParOf" srcId="{96949C07-B5AA-4920-8AC8-D4CB2ACC6AA6}" destId="{44807371-F226-4846-8BA4-2A510414AFDF}" srcOrd="2" destOrd="0" presId="urn:microsoft.com/office/officeart/2008/layout/NameandTitleOrganizationalChart"/>
    <dgm:cxn modelId="{92283F83-7729-433C-8522-71FFE8F3052D}" type="presParOf" srcId="{EDFA3BCA-17BB-4959-A177-7EEB1F3D7234}" destId="{3380DB4D-888A-474A-A5AE-7243963F17CF}" srcOrd="2" destOrd="0" presId="urn:microsoft.com/office/officeart/2008/layout/NameandTitleOrganizationalChart"/>
    <dgm:cxn modelId="{E9433098-6349-4F0F-AEB1-E71C4046F650}" type="presParOf" srcId="{CA74F90C-3904-4522-9DC6-8204226FB6B0}" destId="{DD264CD5-0965-42AE-92F1-0E18ACF244B2}" srcOrd="2" destOrd="0" presId="urn:microsoft.com/office/officeart/2008/layout/NameandTitleOrganizationalChart"/>
    <dgm:cxn modelId="{656DB140-96D1-4CAC-9050-8465F69D9E86}" type="presParOf" srcId="{9DD4FD12-4480-4404-86D3-DF13F78BC29B}" destId="{B55B524B-6BCF-464A-9455-653864A1FBAC}" srcOrd="2" destOrd="0" presId="urn:microsoft.com/office/officeart/2008/layout/NameandTitleOrganizationalChart"/>
    <dgm:cxn modelId="{49CA2DEC-78A7-436E-A672-121A4582C582}" type="presParOf" srcId="{9DD4FD12-4480-4404-86D3-DF13F78BC29B}" destId="{1DF9C174-2D6A-4B70-9F89-5996A864EDBD}" srcOrd="3" destOrd="0" presId="urn:microsoft.com/office/officeart/2008/layout/NameandTitleOrganizationalChart"/>
    <dgm:cxn modelId="{2511ED61-14C6-4575-9C51-733275418F96}" type="presParOf" srcId="{1DF9C174-2D6A-4B70-9F89-5996A864EDBD}" destId="{71BA4EF7-7B10-42E5-93EB-245C7015F967}" srcOrd="0" destOrd="0" presId="urn:microsoft.com/office/officeart/2008/layout/NameandTitleOrganizationalChart"/>
    <dgm:cxn modelId="{2E062FC2-CE42-48C6-9D6D-D0D60BDCA8A2}" type="presParOf" srcId="{71BA4EF7-7B10-42E5-93EB-245C7015F967}" destId="{958ABDB9-07C1-46F1-98B9-16C074C32A6F}" srcOrd="0" destOrd="0" presId="urn:microsoft.com/office/officeart/2008/layout/NameandTitleOrganizationalChart"/>
    <dgm:cxn modelId="{29FE7EF3-B150-4CDC-998E-C74E4A682E81}" type="presParOf" srcId="{71BA4EF7-7B10-42E5-93EB-245C7015F967}" destId="{F41D68D1-DE75-4491-B9E8-CB20DF5D7A1F}" srcOrd="1" destOrd="0" presId="urn:microsoft.com/office/officeart/2008/layout/NameandTitleOrganizationalChart"/>
    <dgm:cxn modelId="{D0F54E3F-82A0-4693-8A3C-9D4F5D1D273B}" type="presParOf" srcId="{71BA4EF7-7B10-42E5-93EB-245C7015F967}" destId="{34AF51AA-080D-4790-B16C-12A919A4190C}" srcOrd="2" destOrd="0" presId="urn:microsoft.com/office/officeart/2008/layout/NameandTitleOrganizationalChart"/>
    <dgm:cxn modelId="{626D90B0-FA7D-496B-97A3-1200F552F53D}" type="presParOf" srcId="{1DF9C174-2D6A-4B70-9F89-5996A864EDBD}" destId="{D88DE2CD-C5E8-46D2-9644-5F93E4000EB0}" srcOrd="1" destOrd="0" presId="urn:microsoft.com/office/officeart/2008/layout/NameandTitleOrganizationalChart"/>
    <dgm:cxn modelId="{6E9AD6CC-88F7-43F6-B5D0-A9D6C9CA0765}" type="presParOf" srcId="{D88DE2CD-C5E8-46D2-9644-5F93E4000EB0}" destId="{DB6199B0-676D-4435-8282-D62C4C1BEF34}" srcOrd="0" destOrd="0" presId="urn:microsoft.com/office/officeart/2008/layout/NameandTitleOrganizationalChart"/>
    <dgm:cxn modelId="{3A201019-A18C-476D-A9C7-5E33F0050C6C}" type="presParOf" srcId="{D88DE2CD-C5E8-46D2-9644-5F93E4000EB0}" destId="{FF5958D7-E910-4DBD-93E3-160609CF0CCF}" srcOrd="1" destOrd="0" presId="urn:microsoft.com/office/officeart/2008/layout/NameandTitleOrganizationalChart"/>
    <dgm:cxn modelId="{DF2D55E5-F7FB-48AE-A3A9-27B9AE761418}" type="presParOf" srcId="{FF5958D7-E910-4DBD-93E3-160609CF0CCF}" destId="{B2C1E642-1BBD-4682-AE7F-B2D08A3BE09B}" srcOrd="0" destOrd="0" presId="urn:microsoft.com/office/officeart/2008/layout/NameandTitleOrganizationalChart"/>
    <dgm:cxn modelId="{4FD1E217-729F-4FDD-A148-427F4D3B14DC}" type="presParOf" srcId="{B2C1E642-1BBD-4682-AE7F-B2D08A3BE09B}" destId="{B65ED436-1BA7-4318-9897-4E6A3E4BF6A0}" srcOrd="0" destOrd="0" presId="urn:microsoft.com/office/officeart/2008/layout/NameandTitleOrganizationalChart"/>
    <dgm:cxn modelId="{C5C856BC-8429-42B8-B8BD-1E661FD4453F}" type="presParOf" srcId="{B2C1E642-1BBD-4682-AE7F-B2D08A3BE09B}" destId="{8F5E48B1-2585-4186-8621-D68465D71DE1}" srcOrd="1" destOrd="0" presId="urn:microsoft.com/office/officeart/2008/layout/NameandTitleOrganizationalChart"/>
    <dgm:cxn modelId="{CA44A5BC-1032-4064-AB2C-D98785174D81}" type="presParOf" srcId="{B2C1E642-1BBD-4682-AE7F-B2D08A3BE09B}" destId="{D08FC37F-16C7-4A19-8D18-51AD85883731}" srcOrd="2" destOrd="0" presId="urn:microsoft.com/office/officeart/2008/layout/NameandTitleOrganizationalChart"/>
    <dgm:cxn modelId="{7AAB81BB-0313-4558-A047-19270208C009}" type="presParOf" srcId="{FF5958D7-E910-4DBD-93E3-160609CF0CCF}" destId="{6EEE4149-D58A-427F-AC73-46AEF6783646}" srcOrd="1" destOrd="0" presId="urn:microsoft.com/office/officeart/2008/layout/NameandTitleOrganizationalChart"/>
    <dgm:cxn modelId="{AA004AC9-BCE2-486A-B5A8-03BF1D653B7E}" type="presParOf" srcId="{6EEE4149-D58A-427F-AC73-46AEF6783646}" destId="{9F114544-40C4-4673-9D28-3A4B9B29209B}" srcOrd="0" destOrd="0" presId="urn:microsoft.com/office/officeart/2008/layout/NameandTitleOrganizationalChart"/>
    <dgm:cxn modelId="{10E5595D-373C-4D20-B287-F97AA36CD46D}" type="presParOf" srcId="{6EEE4149-D58A-427F-AC73-46AEF6783646}" destId="{F145A7E9-2052-4AD8-9745-E310ED3E5852}" srcOrd="1" destOrd="0" presId="urn:microsoft.com/office/officeart/2008/layout/NameandTitleOrganizationalChart"/>
    <dgm:cxn modelId="{EB0B45F5-D0C3-49A3-ACC3-15A138BDB26B}" type="presParOf" srcId="{F145A7E9-2052-4AD8-9745-E310ED3E5852}" destId="{1DDF4C7C-7454-4BE8-B0D9-00F6435CF820}" srcOrd="0" destOrd="0" presId="urn:microsoft.com/office/officeart/2008/layout/NameandTitleOrganizationalChart"/>
    <dgm:cxn modelId="{2854615F-29E7-4757-98C7-D988BB668333}" type="presParOf" srcId="{1DDF4C7C-7454-4BE8-B0D9-00F6435CF820}" destId="{19CD5FA4-51A6-496C-8266-B9804C6B10FF}" srcOrd="0" destOrd="0" presId="urn:microsoft.com/office/officeart/2008/layout/NameandTitleOrganizationalChart"/>
    <dgm:cxn modelId="{BA177BC6-3BEC-4B4E-8EB6-230CB35E4381}" type="presParOf" srcId="{1DDF4C7C-7454-4BE8-B0D9-00F6435CF820}" destId="{99DD7819-49D3-492F-A73B-0C486638A7EC}" srcOrd="1" destOrd="0" presId="urn:microsoft.com/office/officeart/2008/layout/NameandTitleOrganizationalChart"/>
    <dgm:cxn modelId="{A3C6E0DA-1359-4C38-B2D5-87413797A2BC}" type="presParOf" srcId="{1DDF4C7C-7454-4BE8-B0D9-00F6435CF820}" destId="{6BC8A055-AA70-483D-B3DF-189D8E9D687F}" srcOrd="2" destOrd="0" presId="urn:microsoft.com/office/officeart/2008/layout/NameandTitleOrganizationalChart"/>
    <dgm:cxn modelId="{55BF2CED-8F07-4300-AA7E-C36EE86D9858}" type="presParOf" srcId="{F145A7E9-2052-4AD8-9745-E310ED3E5852}" destId="{2ACFD983-29E2-4F4E-A352-F3B14BAC591F}" srcOrd="1" destOrd="0" presId="urn:microsoft.com/office/officeart/2008/layout/NameandTitleOrganizationalChart"/>
    <dgm:cxn modelId="{2A785F5F-89D3-4CD4-8DB3-8FAA5DD82CD4}" type="presParOf" srcId="{F145A7E9-2052-4AD8-9745-E310ED3E5852}" destId="{205C7814-8786-40E4-B6D6-F3133BA3F92E}" srcOrd="2" destOrd="0" presId="urn:microsoft.com/office/officeart/2008/layout/NameandTitleOrganizationalChart"/>
    <dgm:cxn modelId="{AF32E3A1-C845-4D7D-BAC9-87C64857E3BA}" type="presParOf" srcId="{FF5958D7-E910-4DBD-93E3-160609CF0CCF}" destId="{92789714-11E9-400B-8CB1-2DED614FA95D}" srcOrd="2" destOrd="0" presId="urn:microsoft.com/office/officeart/2008/layout/NameandTitleOrganizationalChart"/>
    <dgm:cxn modelId="{E8F083E4-5D39-4E15-89D4-82DA9AE21CCC}" type="presParOf" srcId="{1DF9C174-2D6A-4B70-9F89-5996A864EDBD}" destId="{429386D8-DFFE-49B2-8578-6C6066235EDC}" srcOrd="2" destOrd="0" presId="urn:microsoft.com/office/officeart/2008/layout/NameandTitleOrganizationalChart"/>
    <dgm:cxn modelId="{DA20281E-E913-4AC4-B407-33A38C6CFAB3}" type="presParOf" srcId="{7A470F38-DC0A-43DD-91D2-FD930F5E686E}" destId="{25E3F7FA-412C-421E-8BE5-4C559AA27483}" srcOrd="2" destOrd="0" presId="urn:microsoft.com/office/officeart/2008/layout/NameandTitleOrganizationalChart"/>
    <dgm:cxn modelId="{4478A9F1-38ED-451F-B16F-8D0D53BCDC99}" type="presParOf" srcId="{1B8E23C0-5A21-46D9-A8B3-E81DE4F3F541}" destId="{68A40444-DFD7-4E4C-BCC3-5DEC09CDBCB2}" srcOrd="2" destOrd="0" presId="urn:microsoft.com/office/officeart/2008/layout/NameandTitleOrganizationalChart"/>
    <dgm:cxn modelId="{77CA9800-24F9-4C83-BA54-DF4C2472269F}" type="presParOf" srcId="{1B8E23C0-5A21-46D9-A8B3-E81DE4F3F541}" destId="{F1696D5C-24B3-4DA3-BC86-C7D0BDCF2606}" srcOrd="3" destOrd="0" presId="urn:microsoft.com/office/officeart/2008/layout/NameandTitleOrganizationalChart"/>
    <dgm:cxn modelId="{02CDC2A8-A0A3-417F-AF08-B5E4A4A0C799}" type="presParOf" srcId="{F1696D5C-24B3-4DA3-BC86-C7D0BDCF2606}" destId="{C9D60BEF-9E9D-48B5-9DC6-4EDF61C444C2}" srcOrd="0" destOrd="0" presId="urn:microsoft.com/office/officeart/2008/layout/NameandTitleOrganizationalChart"/>
    <dgm:cxn modelId="{25EB5901-2698-4D1A-99B9-B2C8750C9AE5}" type="presParOf" srcId="{C9D60BEF-9E9D-48B5-9DC6-4EDF61C444C2}" destId="{D4E327EB-2642-4CF7-BCD6-9BE364B4E91B}" srcOrd="0" destOrd="0" presId="urn:microsoft.com/office/officeart/2008/layout/NameandTitleOrganizationalChart"/>
    <dgm:cxn modelId="{3F2A442A-291A-42F1-90BB-F11E46F8C52D}" type="presParOf" srcId="{C9D60BEF-9E9D-48B5-9DC6-4EDF61C444C2}" destId="{9BB2DCD5-519E-4A5C-B938-2323A442546B}" srcOrd="1" destOrd="0" presId="urn:microsoft.com/office/officeart/2008/layout/NameandTitleOrganizationalChart"/>
    <dgm:cxn modelId="{B37BB08C-E0CB-4729-84EB-176896D4DC3D}" type="presParOf" srcId="{C9D60BEF-9E9D-48B5-9DC6-4EDF61C444C2}" destId="{C0D72066-F147-44A9-AEFD-8D5CF19F6D5F}" srcOrd="2" destOrd="0" presId="urn:microsoft.com/office/officeart/2008/layout/NameandTitleOrganizationalChart"/>
    <dgm:cxn modelId="{7AEC1D0D-E235-4108-8CA7-CC455729AA70}" type="presParOf" srcId="{F1696D5C-24B3-4DA3-BC86-C7D0BDCF2606}" destId="{E321DBA6-BA87-45BA-8061-62EADD5E6CDE}" srcOrd="1" destOrd="0" presId="urn:microsoft.com/office/officeart/2008/layout/NameandTitleOrganizationalChart"/>
    <dgm:cxn modelId="{49E99AFD-D513-4B52-BE8C-0511F026D209}" type="presParOf" srcId="{F1696D5C-24B3-4DA3-BC86-C7D0BDCF2606}" destId="{DCF1547F-7D42-4133-B4E9-C223D12650B2}" srcOrd="2" destOrd="0" presId="urn:microsoft.com/office/officeart/2008/layout/NameandTitleOrganizationalChart"/>
    <dgm:cxn modelId="{B4C5129F-D739-4234-94DE-B6EF9E4C0F21}" type="presParOf" srcId="{6C2F04E1-5F28-42F2-A755-B6E62F435E66}" destId="{2F991EC3-F7D8-408A-A389-4CDEFC1D6C9C}" srcOrd="2" destOrd="0" presId="urn:microsoft.com/office/officeart/2008/layout/NameandTitleOrganizationalChart"/>
    <dgm:cxn modelId="{6E6A07F7-2985-483B-8D44-E83BA7BE0D04}" type="presParOf" srcId="{2F991EC3-F7D8-408A-A389-4CDEFC1D6C9C}" destId="{493F5ED1-C0BF-46FB-BD76-BB02730C3237}" srcOrd="0" destOrd="0" presId="urn:microsoft.com/office/officeart/2008/layout/NameandTitleOrganizationalChart"/>
    <dgm:cxn modelId="{C234060D-0429-4639-875E-3A6FE5C12B66}" type="presParOf" srcId="{2F991EC3-F7D8-408A-A389-4CDEFC1D6C9C}" destId="{9AE00862-5B36-4E19-8FD5-56B49E02967B}" srcOrd="1" destOrd="0" presId="urn:microsoft.com/office/officeart/2008/layout/NameandTitleOrganizationalChart"/>
    <dgm:cxn modelId="{7A656FB9-9A09-44F7-8883-59C7448EDDC8}" type="presParOf" srcId="{9AE00862-5B36-4E19-8FD5-56B49E02967B}" destId="{2C5C98A8-3EC2-4A23-939D-49874AEAB76E}" srcOrd="0" destOrd="0" presId="urn:microsoft.com/office/officeart/2008/layout/NameandTitleOrganizationalChart"/>
    <dgm:cxn modelId="{93576F96-86C9-4ABE-B32D-023DCE82629C}" type="presParOf" srcId="{2C5C98A8-3EC2-4A23-939D-49874AEAB76E}" destId="{BDA7B298-EB5D-4148-8DA8-626F1589EEED}" srcOrd="0" destOrd="0" presId="urn:microsoft.com/office/officeart/2008/layout/NameandTitleOrganizationalChart"/>
    <dgm:cxn modelId="{7CF5F50D-623D-4E90-8BF2-51BCF88B3E3B}" type="presParOf" srcId="{2C5C98A8-3EC2-4A23-939D-49874AEAB76E}" destId="{3F6C0813-1992-4D34-9964-3F0B0CD74C5E}" srcOrd="1" destOrd="0" presId="urn:microsoft.com/office/officeart/2008/layout/NameandTitleOrganizationalChart"/>
    <dgm:cxn modelId="{091F8BF6-6CBE-490D-A63D-A680153C6F38}" type="presParOf" srcId="{2C5C98A8-3EC2-4A23-939D-49874AEAB76E}" destId="{C2ADDA0C-CC3A-4B4F-A531-D53027827BB0}" srcOrd="2" destOrd="0" presId="urn:microsoft.com/office/officeart/2008/layout/NameandTitleOrganizationalChart"/>
    <dgm:cxn modelId="{2B131A25-8932-4D75-9795-35408E5559D2}" type="presParOf" srcId="{9AE00862-5B36-4E19-8FD5-56B49E02967B}" destId="{F0342048-2C20-43DE-BA3B-1FE8CEFF5E62}" srcOrd="1" destOrd="0" presId="urn:microsoft.com/office/officeart/2008/layout/NameandTitleOrganizationalChart"/>
    <dgm:cxn modelId="{1D8A8396-5ECF-44D7-BD10-B164210DBB8A}" type="presParOf" srcId="{9AE00862-5B36-4E19-8FD5-56B49E02967B}" destId="{5A7990FA-8F1A-4985-AB30-4AF946B2C6E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BD92F-07AD-4BC4-BB6E-B7CAF98936EE}">
      <dsp:nvSpPr>
        <dsp:cNvPr id="0" name=""/>
        <dsp:cNvSpPr/>
      </dsp:nvSpPr>
      <dsp:spPr>
        <a:xfrm>
          <a:off x="1885823" y="831"/>
          <a:ext cx="1195769" cy="11957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Emergencia</a:t>
          </a:r>
          <a:endParaRPr lang="es-PE" sz="1400" kern="1200" dirty="0"/>
        </a:p>
      </dsp:txBody>
      <dsp:txXfrm>
        <a:off x="2060939" y="175947"/>
        <a:ext cx="845537" cy="845537"/>
      </dsp:txXfrm>
    </dsp:sp>
    <dsp:sp modelId="{EFED826D-72F6-4885-A6F7-696D02B1DB0B}">
      <dsp:nvSpPr>
        <dsp:cNvPr id="0" name=""/>
        <dsp:cNvSpPr/>
      </dsp:nvSpPr>
      <dsp:spPr>
        <a:xfrm rot="2700000">
          <a:off x="2953217" y="1025346"/>
          <a:ext cx="317814" cy="40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/>
        </a:p>
      </dsp:txBody>
      <dsp:txXfrm>
        <a:off x="2967180" y="1072351"/>
        <a:ext cx="222470" cy="242144"/>
      </dsp:txXfrm>
    </dsp:sp>
    <dsp:sp modelId="{2D007D52-CAD6-4916-AA09-F9EC31BF586D}">
      <dsp:nvSpPr>
        <dsp:cNvPr id="0" name=""/>
        <dsp:cNvSpPr/>
      </dsp:nvSpPr>
      <dsp:spPr>
        <a:xfrm>
          <a:off x="3155377" y="1270385"/>
          <a:ext cx="1195769" cy="11957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Hospitalización</a:t>
          </a:r>
          <a:endParaRPr lang="es-PE" sz="1400" kern="1200" dirty="0"/>
        </a:p>
      </dsp:txBody>
      <dsp:txXfrm>
        <a:off x="3330493" y="1445501"/>
        <a:ext cx="845537" cy="845537"/>
      </dsp:txXfrm>
    </dsp:sp>
    <dsp:sp modelId="{1052C90C-0016-42FF-B242-916DE976CC6E}">
      <dsp:nvSpPr>
        <dsp:cNvPr id="0" name=""/>
        <dsp:cNvSpPr/>
      </dsp:nvSpPr>
      <dsp:spPr>
        <a:xfrm rot="8100000">
          <a:off x="2965937" y="2294900"/>
          <a:ext cx="317814" cy="40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/>
        </a:p>
      </dsp:txBody>
      <dsp:txXfrm rot="10800000">
        <a:off x="3047318" y="2341905"/>
        <a:ext cx="222470" cy="242144"/>
      </dsp:txXfrm>
    </dsp:sp>
    <dsp:sp modelId="{99FF412B-E7B3-4244-8E3E-582DD570463B}">
      <dsp:nvSpPr>
        <dsp:cNvPr id="0" name=""/>
        <dsp:cNvSpPr/>
      </dsp:nvSpPr>
      <dsp:spPr>
        <a:xfrm>
          <a:off x="1885823" y="2539939"/>
          <a:ext cx="1195769" cy="11957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Ambulatoria</a:t>
          </a:r>
          <a:endParaRPr lang="es-PE" sz="1400" kern="1200" dirty="0"/>
        </a:p>
      </dsp:txBody>
      <dsp:txXfrm>
        <a:off x="2060939" y="2715055"/>
        <a:ext cx="845537" cy="845537"/>
      </dsp:txXfrm>
    </dsp:sp>
    <dsp:sp modelId="{CA1553DA-D094-445C-89C2-18E14DA2B4C7}">
      <dsp:nvSpPr>
        <dsp:cNvPr id="0" name=""/>
        <dsp:cNvSpPr/>
      </dsp:nvSpPr>
      <dsp:spPr>
        <a:xfrm rot="13500000">
          <a:off x="1696383" y="2307621"/>
          <a:ext cx="317814" cy="40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/>
        </a:p>
      </dsp:txBody>
      <dsp:txXfrm rot="10800000">
        <a:off x="1777764" y="2422044"/>
        <a:ext cx="222470" cy="242144"/>
      </dsp:txXfrm>
    </dsp:sp>
    <dsp:sp modelId="{A584373C-CA4D-4889-A121-FEDF99FA23AB}">
      <dsp:nvSpPr>
        <dsp:cNvPr id="0" name=""/>
        <dsp:cNvSpPr/>
      </dsp:nvSpPr>
      <dsp:spPr>
        <a:xfrm>
          <a:off x="616269" y="1270385"/>
          <a:ext cx="1195769" cy="11957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UCI</a:t>
          </a:r>
          <a:endParaRPr lang="es-PE" sz="1400" kern="1200" dirty="0"/>
        </a:p>
      </dsp:txBody>
      <dsp:txXfrm>
        <a:off x="791385" y="1445501"/>
        <a:ext cx="845537" cy="845537"/>
      </dsp:txXfrm>
    </dsp:sp>
    <dsp:sp modelId="{1FDFE463-3598-497B-AE35-BFF6EC217403}">
      <dsp:nvSpPr>
        <dsp:cNvPr id="0" name=""/>
        <dsp:cNvSpPr/>
      </dsp:nvSpPr>
      <dsp:spPr>
        <a:xfrm rot="18900000">
          <a:off x="1683663" y="1038067"/>
          <a:ext cx="317814" cy="4035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800" kern="1200"/>
        </a:p>
      </dsp:txBody>
      <dsp:txXfrm>
        <a:off x="1697626" y="1152490"/>
        <a:ext cx="222470" cy="242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3F5ED1-C0BF-46FB-BD76-BB02730C3237}">
      <dsp:nvSpPr>
        <dsp:cNvPr id="0" name=""/>
        <dsp:cNvSpPr/>
      </dsp:nvSpPr>
      <dsp:spPr>
        <a:xfrm>
          <a:off x="4515340" y="594279"/>
          <a:ext cx="463056" cy="680732"/>
        </a:xfrm>
        <a:custGeom>
          <a:avLst/>
          <a:gdLst/>
          <a:ahLst/>
          <a:cxnLst/>
          <a:rect l="0" t="0" r="0" b="0"/>
          <a:pathLst>
            <a:path>
              <a:moveTo>
                <a:pt x="463056" y="0"/>
              </a:moveTo>
              <a:lnTo>
                <a:pt x="463056" y="680732"/>
              </a:lnTo>
              <a:lnTo>
                <a:pt x="0" y="68073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A40444-DFD7-4E4C-BCC3-5DEC09CDBCB2}">
      <dsp:nvSpPr>
        <dsp:cNvPr id="0" name=""/>
        <dsp:cNvSpPr/>
      </dsp:nvSpPr>
      <dsp:spPr>
        <a:xfrm>
          <a:off x="4978396" y="594279"/>
          <a:ext cx="711488" cy="13805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2051"/>
              </a:lnTo>
              <a:lnTo>
                <a:pt x="711488" y="1242051"/>
              </a:lnTo>
              <a:lnTo>
                <a:pt x="711488" y="13805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114544-40C4-4673-9D28-3A4B9B29209B}">
      <dsp:nvSpPr>
        <dsp:cNvPr id="0" name=""/>
        <dsp:cNvSpPr/>
      </dsp:nvSpPr>
      <dsp:spPr>
        <a:xfrm>
          <a:off x="5039323" y="4513946"/>
          <a:ext cx="91440" cy="4047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6339"/>
              </a:lnTo>
              <a:lnTo>
                <a:pt x="47553" y="266339"/>
              </a:lnTo>
              <a:lnTo>
                <a:pt x="47553" y="40479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6199B0-676D-4435-8282-D62C4C1BEF34}">
      <dsp:nvSpPr>
        <dsp:cNvPr id="0" name=""/>
        <dsp:cNvSpPr/>
      </dsp:nvSpPr>
      <dsp:spPr>
        <a:xfrm>
          <a:off x="5039323" y="3578364"/>
          <a:ext cx="91440" cy="342200"/>
        </a:xfrm>
        <a:custGeom>
          <a:avLst/>
          <a:gdLst/>
          <a:ahLst/>
          <a:cxnLst/>
          <a:rect l="0" t="0" r="0" b="0"/>
          <a:pathLst>
            <a:path>
              <a:moveTo>
                <a:pt x="97363" y="0"/>
              </a:moveTo>
              <a:lnTo>
                <a:pt x="97363" y="203744"/>
              </a:lnTo>
              <a:lnTo>
                <a:pt x="45720" y="203744"/>
              </a:lnTo>
              <a:lnTo>
                <a:pt x="45720" y="3422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5B524B-6BCF-464A-9455-653864A1FBAC}">
      <dsp:nvSpPr>
        <dsp:cNvPr id="0" name=""/>
        <dsp:cNvSpPr/>
      </dsp:nvSpPr>
      <dsp:spPr>
        <a:xfrm>
          <a:off x="4152301" y="2568168"/>
          <a:ext cx="984384" cy="416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358"/>
              </a:lnTo>
              <a:lnTo>
                <a:pt x="984384" y="278358"/>
              </a:lnTo>
              <a:lnTo>
                <a:pt x="984384" y="4168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8A6CEF-FD94-47C5-8C5A-D523EB6CB136}">
      <dsp:nvSpPr>
        <dsp:cNvPr id="0" name=""/>
        <dsp:cNvSpPr/>
      </dsp:nvSpPr>
      <dsp:spPr>
        <a:xfrm>
          <a:off x="3042329" y="4539506"/>
          <a:ext cx="99341" cy="414956"/>
        </a:xfrm>
        <a:custGeom>
          <a:avLst/>
          <a:gdLst/>
          <a:ahLst/>
          <a:cxnLst/>
          <a:rect l="0" t="0" r="0" b="0"/>
          <a:pathLst>
            <a:path>
              <a:moveTo>
                <a:pt x="99341" y="0"/>
              </a:moveTo>
              <a:lnTo>
                <a:pt x="99341" y="276500"/>
              </a:lnTo>
              <a:lnTo>
                <a:pt x="0" y="276500"/>
              </a:lnTo>
              <a:lnTo>
                <a:pt x="0" y="4149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0629C6-61D6-47F8-9572-A00FAA3100DB}">
      <dsp:nvSpPr>
        <dsp:cNvPr id="0" name=""/>
        <dsp:cNvSpPr/>
      </dsp:nvSpPr>
      <dsp:spPr>
        <a:xfrm>
          <a:off x="3048042" y="3570608"/>
          <a:ext cx="93628" cy="3755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7059"/>
              </a:lnTo>
              <a:lnTo>
                <a:pt x="93628" y="237059"/>
              </a:lnTo>
              <a:lnTo>
                <a:pt x="93628" y="3755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7057E-FD8A-4D8A-B2AE-4AD2AA39E24E}">
      <dsp:nvSpPr>
        <dsp:cNvPr id="0" name=""/>
        <dsp:cNvSpPr/>
      </dsp:nvSpPr>
      <dsp:spPr>
        <a:xfrm>
          <a:off x="3048042" y="2568168"/>
          <a:ext cx="1104259" cy="409058"/>
        </a:xfrm>
        <a:custGeom>
          <a:avLst/>
          <a:gdLst/>
          <a:ahLst/>
          <a:cxnLst/>
          <a:rect l="0" t="0" r="0" b="0"/>
          <a:pathLst>
            <a:path>
              <a:moveTo>
                <a:pt x="1104259" y="0"/>
              </a:moveTo>
              <a:lnTo>
                <a:pt x="1104259" y="270602"/>
              </a:lnTo>
              <a:lnTo>
                <a:pt x="0" y="270602"/>
              </a:lnTo>
              <a:lnTo>
                <a:pt x="0" y="4090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1C4CDC-1408-4D5C-8567-15706EB343A8}">
      <dsp:nvSpPr>
        <dsp:cNvPr id="0" name=""/>
        <dsp:cNvSpPr/>
      </dsp:nvSpPr>
      <dsp:spPr>
        <a:xfrm>
          <a:off x="4152301" y="594279"/>
          <a:ext cx="826094" cy="1380507"/>
        </a:xfrm>
        <a:custGeom>
          <a:avLst/>
          <a:gdLst/>
          <a:ahLst/>
          <a:cxnLst/>
          <a:rect l="0" t="0" r="0" b="0"/>
          <a:pathLst>
            <a:path>
              <a:moveTo>
                <a:pt x="826094" y="0"/>
              </a:moveTo>
              <a:lnTo>
                <a:pt x="826094" y="1242051"/>
              </a:lnTo>
              <a:lnTo>
                <a:pt x="0" y="1242051"/>
              </a:lnTo>
              <a:lnTo>
                <a:pt x="0" y="13805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28D7B4-48D8-4F3B-978E-9FC68F57130D}">
      <dsp:nvSpPr>
        <dsp:cNvPr id="0" name=""/>
        <dsp:cNvSpPr/>
      </dsp:nvSpPr>
      <dsp:spPr>
        <a:xfrm>
          <a:off x="3011387" y="897"/>
          <a:ext cx="3934018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kern="1200" dirty="0">
              <a:latin typeface="Arial"/>
            </a:rPr>
            <a:t>Pacientes adultos mayores con factores de riesgo</a:t>
          </a:r>
          <a:endParaRPr lang="es-MX" sz="1300" kern="1200" dirty="0"/>
        </a:p>
      </dsp:txBody>
      <dsp:txXfrm>
        <a:off x="3011387" y="897"/>
        <a:ext cx="3934018" cy="593381"/>
      </dsp:txXfrm>
    </dsp:sp>
    <dsp:sp modelId="{34D292CF-3756-474D-9278-FFA408234BF5}">
      <dsp:nvSpPr>
        <dsp:cNvPr id="0" name=""/>
        <dsp:cNvSpPr/>
      </dsp:nvSpPr>
      <dsp:spPr>
        <a:xfrm>
          <a:off x="4583360" y="424268"/>
          <a:ext cx="1133893" cy="274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4572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383A42"/>
              </a:solidFill>
              <a:latin typeface="ui-monospace"/>
              <a:ea typeface="ui-monospace"/>
              <a:cs typeface="ui-monospace"/>
            </a:rPr>
            <a:t>HTA, DM2.</a:t>
          </a:r>
          <a:endParaRPr lang="es-MX" sz="1800" b="1" kern="1200" dirty="0"/>
        </a:p>
      </dsp:txBody>
      <dsp:txXfrm>
        <a:off x="4583360" y="424268"/>
        <a:ext cx="1133893" cy="274090"/>
      </dsp:txXfrm>
    </dsp:sp>
    <dsp:sp modelId="{A54841FD-8DA7-4D66-B3E1-F176404E51A7}">
      <dsp:nvSpPr>
        <dsp:cNvPr id="0" name=""/>
        <dsp:cNvSpPr/>
      </dsp:nvSpPr>
      <dsp:spPr>
        <a:xfrm>
          <a:off x="3579269" y="1974786"/>
          <a:ext cx="1146065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kern="1200"/>
            <a:t>Polifarmacia</a:t>
          </a:r>
          <a:endParaRPr lang="es-MX" sz="1300" kern="1200"/>
        </a:p>
      </dsp:txBody>
      <dsp:txXfrm>
        <a:off x="3579269" y="1974786"/>
        <a:ext cx="1146065" cy="593381"/>
      </dsp:txXfrm>
    </dsp:sp>
    <dsp:sp modelId="{D5357B23-F2F2-4FEB-A8CC-36D81244D307}">
      <dsp:nvSpPr>
        <dsp:cNvPr id="0" name=""/>
        <dsp:cNvSpPr/>
      </dsp:nvSpPr>
      <dsp:spPr>
        <a:xfrm>
          <a:off x="3808482" y="2362335"/>
          <a:ext cx="1031458" cy="3457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kern="1200" dirty="0"/>
            <a:t>Estratificar y definir manejo </a:t>
          </a:r>
          <a:endParaRPr lang="es-MX" sz="1200" kern="1200" dirty="0"/>
        </a:p>
      </dsp:txBody>
      <dsp:txXfrm>
        <a:off x="3808482" y="2362335"/>
        <a:ext cx="1031458" cy="345735"/>
      </dsp:txXfrm>
    </dsp:sp>
    <dsp:sp modelId="{3DE71193-B27E-4C0F-B1B8-5F6F8BCC5DF1}">
      <dsp:nvSpPr>
        <dsp:cNvPr id="0" name=""/>
        <dsp:cNvSpPr/>
      </dsp:nvSpPr>
      <dsp:spPr>
        <a:xfrm>
          <a:off x="2303008" y="2977227"/>
          <a:ext cx="1490068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kern="1200" dirty="0"/>
            <a:t>Polifarmacia</a:t>
          </a:r>
          <a:endParaRPr lang="es-MX" sz="1300" kern="1200" dirty="0"/>
        </a:p>
      </dsp:txBody>
      <dsp:txXfrm>
        <a:off x="2303008" y="2977227"/>
        <a:ext cx="1490068" cy="593381"/>
      </dsp:txXfrm>
    </dsp:sp>
    <dsp:sp modelId="{9F624AAA-22E3-445A-8BD2-E28C5881013E}">
      <dsp:nvSpPr>
        <dsp:cNvPr id="0" name=""/>
        <dsp:cNvSpPr/>
      </dsp:nvSpPr>
      <dsp:spPr>
        <a:xfrm>
          <a:off x="2784391" y="3421584"/>
          <a:ext cx="1203021" cy="2476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100" b="0" i="0" kern="1200" dirty="0"/>
            <a:t>De 5 - 9 fármacos</a:t>
          </a:r>
          <a:endParaRPr lang="es-MX" sz="1100" kern="1200" dirty="0"/>
        </a:p>
      </dsp:txBody>
      <dsp:txXfrm>
        <a:off x="2784391" y="3421584"/>
        <a:ext cx="1203021" cy="247628"/>
      </dsp:txXfrm>
    </dsp:sp>
    <dsp:sp modelId="{E81A03F7-97C7-43BB-802A-8CDA9658C509}">
      <dsp:nvSpPr>
        <dsp:cNvPr id="0" name=""/>
        <dsp:cNvSpPr/>
      </dsp:nvSpPr>
      <dsp:spPr>
        <a:xfrm>
          <a:off x="2397026" y="3946124"/>
          <a:ext cx="1489289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b="0" i="0" kern="1200"/>
            <a:t>Plan de optimización</a:t>
          </a:r>
          <a:r>
            <a:rPr lang="es-PE" sz="1300" kern="1200"/>
            <a:t> </a:t>
          </a:r>
          <a:endParaRPr lang="es-MX" sz="1300" kern="1200"/>
        </a:p>
      </dsp:txBody>
      <dsp:txXfrm>
        <a:off x="2397026" y="3946124"/>
        <a:ext cx="1489289" cy="593381"/>
      </dsp:txXfrm>
    </dsp:sp>
    <dsp:sp modelId="{23159B45-9CF8-4AA5-9691-6B8078E9ED14}">
      <dsp:nvSpPr>
        <dsp:cNvPr id="0" name=""/>
        <dsp:cNvSpPr/>
      </dsp:nvSpPr>
      <dsp:spPr>
        <a:xfrm>
          <a:off x="2846566" y="4503035"/>
          <a:ext cx="1491530" cy="3420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/>
            <a:t>Ajuste de dosis y </a:t>
          </a:r>
          <a:r>
            <a:rPr lang="es-ES" sz="1200" b="0" i="0" kern="1200" dirty="0" err="1"/>
            <a:t>desprescripción</a:t>
          </a:r>
          <a:endParaRPr lang="es-MX" sz="1200" b="0" kern="1200" dirty="0"/>
        </a:p>
      </dsp:txBody>
      <dsp:txXfrm>
        <a:off x="2846566" y="4503035"/>
        <a:ext cx="1491530" cy="342021"/>
      </dsp:txXfrm>
    </dsp:sp>
    <dsp:sp modelId="{0976B1F3-32F2-4A78-ACFD-01DAFDA645C3}">
      <dsp:nvSpPr>
        <dsp:cNvPr id="0" name=""/>
        <dsp:cNvSpPr/>
      </dsp:nvSpPr>
      <dsp:spPr>
        <a:xfrm>
          <a:off x="2469296" y="4954462"/>
          <a:ext cx="1146065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Seguimiento</a:t>
          </a:r>
        </a:p>
      </dsp:txBody>
      <dsp:txXfrm>
        <a:off x="2469296" y="4954462"/>
        <a:ext cx="1146065" cy="593381"/>
      </dsp:txXfrm>
    </dsp:sp>
    <dsp:sp modelId="{7DA9AABD-9B73-4B8D-BA33-82ACD69DDC7B}">
      <dsp:nvSpPr>
        <dsp:cNvPr id="0" name=""/>
        <dsp:cNvSpPr/>
      </dsp:nvSpPr>
      <dsp:spPr>
        <a:xfrm>
          <a:off x="2723486" y="5374089"/>
          <a:ext cx="1207353" cy="2829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38100" bIns="9525" numCol="1" spcCol="1270" anchor="ctr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500" kern="1200"/>
        </a:p>
      </dsp:txBody>
      <dsp:txXfrm>
        <a:off x="2723486" y="5374089"/>
        <a:ext cx="1207353" cy="282940"/>
      </dsp:txXfrm>
    </dsp:sp>
    <dsp:sp modelId="{958ABDB9-07C1-46F1-98B9-16C074C32A6F}">
      <dsp:nvSpPr>
        <dsp:cNvPr id="0" name=""/>
        <dsp:cNvSpPr/>
      </dsp:nvSpPr>
      <dsp:spPr>
        <a:xfrm>
          <a:off x="4563654" y="2984982"/>
          <a:ext cx="1146065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kern="1200" dirty="0"/>
            <a:t>Polifarmacia excesiva</a:t>
          </a:r>
          <a:endParaRPr lang="es-MX" sz="1300" kern="1200" dirty="0"/>
        </a:p>
      </dsp:txBody>
      <dsp:txXfrm>
        <a:off x="4563654" y="2984982"/>
        <a:ext cx="1146065" cy="593381"/>
      </dsp:txXfrm>
    </dsp:sp>
    <dsp:sp modelId="{F41D68D1-DE75-4491-B9E8-CB20DF5D7A1F}">
      <dsp:nvSpPr>
        <dsp:cNvPr id="0" name=""/>
        <dsp:cNvSpPr/>
      </dsp:nvSpPr>
      <dsp:spPr>
        <a:xfrm>
          <a:off x="4666941" y="3447144"/>
          <a:ext cx="1283310" cy="1965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b="0" i="0" kern="1200" dirty="0"/>
            <a:t>≥10 fármacos</a:t>
          </a:r>
          <a:r>
            <a:rPr lang="es-PE" sz="1200" kern="1200" dirty="0"/>
            <a:t> </a:t>
          </a:r>
          <a:endParaRPr lang="es-MX" sz="1200" kern="1200" dirty="0"/>
        </a:p>
      </dsp:txBody>
      <dsp:txXfrm>
        <a:off x="4666941" y="3447144"/>
        <a:ext cx="1283310" cy="196508"/>
      </dsp:txXfrm>
    </dsp:sp>
    <dsp:sp modelId="{B65ED436-1BA7-4318-9897-4E6A3E4BF6A0}">
      <dsp:nvSpPr>
        <dsp:cNvPr id="0" name=""/>
        <dsp:cNvSpPr/>
      </dsp:nvSpPr>
      <dsp:spPr>
        <a:xfrm>
          <a:off x="4512010" y="3920564"/>
          <a:ext cx="1146065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b="0" i="0" kern="1200"/>
            <a:t>Revisión integral</a:t>
          </a:r>
          <a:r>
            <a:rPr lang="es-PE" sz="1300" kern="1200"/>
            <a:t> </a:t>
          </a:r>
          <a:endParaRPr lang="es-MX" sz="1300" kern="1200"/>
        </a:p>
      </dsp:txBody>
      <dsp:txXfrm>
        <a:off x="4512010" y="3920564"/>
        <a:ext cx="1146065" cy="593381"/>
      </dsp:txXfrm>
    </dsp:sp>
    <dsp:sp modelId="{8F5E48B1-2585-4186-8621-D68465D71DE1}">
      <dsp:nvSpPr>
        <dsp:cNvPr id="0" name=""/>
        <dsp:cNvSpPr/>
      </dsp:nvSpPr>
      <dsp:spPr>
        <a:xfrm>
          <a:off x="4775225" y="4483790"/>
          <a:ext cx="1841391" cy="3216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100" kern="1200" dirty="0" err="1"/>
            <a:t>Desprescripción</a:t>
          </a:r>
          <a:r>
            <a:rPr lang="es-PE" sz="1100" kern="1200" dirty="0"/>
            <a:t> estructurada, criterios </a:t>
          </a:r>
          <a:r>
            <a:rPr lang="es-PE" sz="1100" kern="1200" dirty="0" err="1"/>
            <a:t>Beers</a:t>
          </a:r>
          <a:endParaRPr lang="es-MX" sz="1100" kern="1200" dirty="0"/>
        </a:p>
      </dsp:txBody>
      <dsp:txXfrm>
        <a:off x="4775225" y="4483790"/>
        <a:ext cx="1841391" cy="321698"/>
      </dsp:txXfrm>
    </dsp:sp>
    <dsp:sp modelId="{19CD5FA4-51A6-496C-8266-B9804C6B10FF}">
      <dsp:nvSpPr>
        <dsp:cNvPr id="0" name=""/>
        <dsp:cNvSpPr/>
      </dsp:nvSpPr>
      <dsp:spPr>
        <a:xfrm>
          <a:off x="4513844" y="4918741"/>
          <a:ext cx="1146065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kern="1200"/>
            <a:t>Seguimiento estrecho</a:t>
          </a:r>
          <a:endParaRPr lang="es-MX" sz="1300" kern="1200"/>
        </a:p>
      </dsp:txBody>
      <dsp:txXfrm>
        <a:off x="4513844" y="4918741"/>
        <a:ext cx="1146065" cy="593381"/>
      </dsp:txXfrm>
    </dsp:sp>
    <dsp:sp modelId="{99DD7819-49D3-492F-A73B-0C486638A7EC}">
      <dsp:nvSpPr>
        <dsp:cNvPr id="0" name=""/>
        <dsp:cNvSpPr/>
      </dsp:nvSpPr>
      <dsp:spPr>
        <a:xfrm>
          <a:off x="4855829" y="5380260"/>
          <a:ext cx="1031458" cy="1977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kern="1200" dirty="0"/>
            <a:t>1 a 3 meses </a:t>
          </a:r>
          <a:endParaRPr lang="es-MX" sz="1200" kern="1200" dirty="0"/>
        </a:p>
      </dsp:txBody>
      <dsp:txXfrm>
        <a:off x="4855829" y="5380260"/>
        <a:ext cx="1031458" cy="197793"/>
      </dsp:txXfrm>
    </dsp:sp>
    <dsp:sp modelId="{D4E327EB-2642-4CF7-BCD6-9BE364B4E91B}">
      <dsp:nvSpPr>
        <dsp:cNvPr id="0" name=""/>
        <dsp:cNvSpPr/>
      </dsp:nvSpPr>
      <dsp:spPr>
        <a:xfrm>
          <a:off x="5116852" y="1974786"/>
          <a:ext cx="1146065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kern="1200"/>
            <a:t>No Polifarmacia</a:t>
          </a:r>
          <a:endParaRPr lang="es-MX" sz="1300" kern="1200"/>
        </a:p>
      </dsp:txBody>
      <dsp:txXfrm>
        <a:off x="5116852" y="1974786"/>
        <a:ext cx="1146065" cy="593381"/>
      </dsp:txXfrm>
    </dsp:sp>
    <dsp:sp modelId="{9BB2DCD5-519E-4A5C-B938-2323A442546B}">
      <dsp:nvSpPr>
        <dsp:cNvPr id="0" name=""/>
        <dsp:cNvSpPr/>
      </dsp:nvSpPr>
      <dsp:spPr>
        <a:xfrm>
          <a:off x="5326653" y="2445051"/>
          <a:ext cx="1031458" cy="3443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200" kern="1200"/>
            <a:t>Control en 6 meses</a:t>
          </a:r>
          <a:endParaRPr lang="es-MX" sz="1200" kern="1200"/>
        </a:p>
      </dsp:txBody>
      <dsp:txXfrm>
        <a:off x="5326653" y="2445051"/>
        <a:ext cx="1031458" cy="344309"/>
      </dsp:txXfrm>
    </dsp:sp>
    <dsp:sp modelId="{BDA7B298-EB5D-4148-8DA8-626F1589EEED}">
      <dsp:nvSpPr>
        <dsp:cNvPr id="0" name=""/>
        <dsp:cNvSpPr/>
      </dsp:nvSpPr>
      <dsp:spPr>
        <a:xfrm>
          <a:off x="2343523" y="978321"/>
          <a:ext cx="2171816" cy="593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373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300" b="0" i="0" kern="1200"/>
            <a:t>Tamizaje de polifarmacia</a:t>
          </a:r>
          <a:endParaRPr lang="es-PE" sz="1300" kern="1200"/>
        </a:p>
      </dsp:txBody>
      <dsp:txXfrm>
        <a:off x="2343523" y="978321"/>
        <a:ext cx="2171816" cy="593381"/>
      </dsp:txXfrm>
    </dsp:sp>
    <dsp:sp modelId="{3F6C0813-1992-4D34-9964-3F0B0CD74C5E}">
      <dsp:nvSpPr>
        <dsp:cNvPr id="0" name=""/>
        <dsp:cNvSpPr/>
      </dsp:nvSpPr>
      <dsp:spPr>
        <a:xfrm>
          <a:off x="2834898" y="1373499"/>
          <a:ext cx="2005042" cy="3243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i="0" kern="1200" dirty="0"/>
            <a:t>Criterio: N.º </a:t>
          </a:r>
          <a:r>
            <a:rPr lang="es-PE" sz="1200" b="1" i="0" kern="1200" dirty="0"/>
            <a:t>≥ 5 </a:t>
          </a:r>
          <a:r>
            <a:rPr lang="es-ES" sz="1200" b="1" i="0" kern="1200" dirty="0"/>
            <a:t>fármacos</a:t>
          </a:r>
          <a:endParaRPr lang="es-MX" sz="1200" b="1" kern="1200" dirty="0"/>
        </a:p>
      </dsp:txBody>
      <dsp:txXfrm>
        <a:off x="2834898" y="1373499"/>
        <a:ext cx="2005042" cy="324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AD4C8-6C75-4997-80CD-B6EEC45A9E00}" type="datetimeFigureOut">
              <a:rPr lang="es-PE" smtClean="0"/>
              <a:t>18/02/2026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8E1C0-2115-4FF0-89EF-ABD8D3F731D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0882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5EE6C09-3C01-3730-88DB-EED66354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71CA412-1B98-D8BA-C71C-87AD8D958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76F9AE81-316F-BF77-0C30-F10FB992A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3893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3DB53CF-FE97-751C-C169-66E4C847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FA918BCE-D6C4-D7C1-59ED-134DF9886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Articulación para la Gobernanza Clínica y la Toma de Decisiones</a:t>
            </a: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E19DBD31-C4B6-FC25-B2AD-EDED69C2A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031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870C437D-6F88-BBED-1FE5-77ECD704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F548A815-CE94-D119-851A-612486091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Articulación para la Gobernanza Clínica y la Toma de Decisiones</a:t>
            </a: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B156ADB-AF98-62E4-B94E-C72CE42886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0689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AD08300B-B70C-9323-F008-933B3267B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27D2B1F5-BA69-51E6-0AD1-0603F0E37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Articulación para la Gobernanza Clínica y la Toma de Decisiones</a:t>
            </a: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AE9CD32A-D903-C830-BA4A-E80F76F50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7029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4A66F512-3502-AD72-66EA-C207173C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B9108CB3-2F6F-79BA-6E17-D00C4F976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Articulación para la Gobernanza Clínica y la Toma de Decisiones</a:t>
            </a: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20F046A-1838-9948-BC5D-6BF10F57C1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608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78D1D1DB-9971-72B3-2186-2A195F58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5C306252-D7B9-4648-0CA6-D89F22D3D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Articulación para la Gobernanza Clínica y la Toma de Decisiones</a:t>
            </a: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E1B55D4A-D533-082D-27DE-42F133C07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3986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3C512620-656B-7C6D-0469-2CC1EA8A5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A8224736-8853-E1C4-6C22-B7702AA366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Articulación para la Gobernanza Clínica y la Toma de Decisiones</a:t>
            </a: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77C9E897-8657-0D3A-50DD-E5D4BA937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1067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F20AF570-FB74-4F0D-F114-DC714137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DB04A2D1-9FAF-7805-5BE5-4BAD80E85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Articulación para la Gobernanza Clínica y la Toma de Decisiones</a:t>
            </a:r>
            <a:endParaRPr dirty="0"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BC4E2C25-B0AC-FE02-AFB5-4D42B6D87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5967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86DE-E81E-8561-1909-884560B6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7A81E-A797-007A-694A-8BBFFEF163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B9EA1-3EF6-4BC5-2610-F8A9C55519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4940D34-70B6-76E7-18A1-42B9594D7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F808FE-6C68-79AB-5BBB-6047E7A32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91EAA-35B5-FCDF-D6CA-DA1EDCEDBB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8CFB8-BCF8-0390-EA84-6964D47A1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99471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32ECDFBC-455A-81C2-9B78-CCCFF511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DFB03C1C-0CAE-0368-09ED-F56052DE37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0137092-FC30-F069-5A50-A34B51783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1658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011FDD13-7422-B0C4-F427-AF10CFBE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284DC7BF-B93D-AD9E-FC06-C3115D1BF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D397A5E-3F48-ED30-EDCA-854028877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1030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D967F5F-B9D7-C743-69B1-17A7D1BC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C6DE6FD8-0BB1-4995-2343-D92F4036C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981DC47-9A1C-C90F-13D7-C887B3B4EF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102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761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73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1608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36/bmjqs.2011.051284" TargetMode="External"/><Relationship Id="rId5" Type="http://schemas.openxmlformats.org/officeDocument/2006/relationships/hyperlink" Target="https://doi.org/10.1080/07853890.2022.2140450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36/bmjqs.2011.051284" TargetMode="External"/><Relationship Id="rId5" Type="http://schemas.openxmlformats.org/officeDocument/2006/relationships/hyperlink" Target="https://doi.org/10.1080/07853890.2022.2140450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image" Target="../media/image10.jpeg"/><Relationship Id="rId3" Type="http://schemas.openxmlformats.org/officeDocument/2006/relationships/image" Target="../media/image3.jpg"/><Relationship Id="rId7" Type="http://schemas.openxmlformats.org/officeDocument/2006/relationships/diagramLayout" Target="../diagrams/layout1.xml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11" Type="http://schemas.openxmlformats.org/officeDocument/2006/relationships/image" Target="../media/image8.jpeg"/><Relationship Id="rId5" Type="http://schemas.openxmlformats.org/officeDocument/2006/relationships/image" Target="../media/image7.png"/><Relationship Id="rId10" Type="http://schemas.microsoft.com/office/2007/relationships/diagramDrawing" Target="../diagrams/drawing1.xml"/><Relationship Id="rId4" Type="http://schemas.openxmlformats.org/officeDocument/2006/relationships/image" Target="../media/image5.png"/><Relationship Id="rId9" Type="http://schemas.openxmlformats.org/officeDocument/2006/relationships/diagramColors" Target="../diagrams/colors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1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3.jpeg"/><Relationship Id="rId4" Type="http://schemas.openxmlformats.org/officeDocument/2006/relationships/image" Target="../media/image12.png"/><Relationship Id="rId9" Type="http://schemas.microsoft.com/office/2007/relationships/diagramDrawing" Target="../diagrams/drawin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C960446-2D24-5DD4-3C8F-BF5F5BF4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5;p1">
            <a:extLst>
              <a:ext uri="{FF2B5EF4-FFF2-40B4-BE49-F238E27FC236}">
                <a16:creationId xmlns:a16="http://schemas.microsoft.com/office/drawing/2014/main" id="{B757B556-86A6-25CD-55BF-97AC2A212295}"/>
              </a:ext>
            </a:extLst>
          </p:cNvPr>
          <p:cNvSpPr txBox="1"/>
          <p:nvPr/>
        </p:nvSpPr>
        <p:spPr>
          <a:xfrm>
            <a:off x="177504" y="969766"/>
            <a:ext cx="4637903" cy="2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>
              <a:defRPr lang="es-PE"/>
            </a:defPPr>
            <a:lvl1pPr marR="0" lvl="0" indent="0" defTabSz="540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rebuchet MS"/>
              <a:buNone/>
              <a:tabLst/>
              <a:defRPr kumimoji="0" sz="3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defRPr>
            </a:lvl1pPr>
          </a:lstStyle>
          <a:p>
            <a:pPr>
              <a:lnSpc>
                <a:spcPct val="100000"/>
              </a:lnSpc>
            </a:pPr>
            <a:r>
              <a:rPr lang="es-419" sz="2000" dirty="0">
                <a:sym typeface="Tahoma"/>
              </a:rPr>
              <a:t>Proyecto : </a:t>
            </a:r>
          </a:p>
          <a:p>
            <a:pPr>
              <a:lnSpc>
                <a:spcPct val="100000"/>
              </a:lnSpc>
            </a:pPr>
            <a:endParaRPr lang="es-419" sz="2000" dirty="0">
              <a:sym typeface="Tahoma"/>
            </a:endParaRPr>
          </a:p>
          <a:p>
            <a:pPr>
              <a:lnSpc>
                <a:spcPct val="100000"/>
              </a:lnSpc>
            </a:pPr>
            <a:r>
              <a:rPr lang="es-ES" sz="2000" dirty="0">
                <a:sym typeface="Tahoma"/>
              </a:rPr>
              <a:t>Sistema Inteligente de reducción de Reacciones Adversas medicamentosas en Adulto Mayor- EsSalud (SIGRAM-AM) </a:t>
            </a:r>
            <a:endParaRPr lang="es-MX" sz="2000" dirty="0">
              <a:sym typeface="Tahoma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F9B4721-2A9C-9325-E8DD-1C3DCAD8EB5B}"/>
              </a:ext>
            </a:extLst>
          </p:cNvPr>
          <p:cNvSpPr/>
          <p:nvPr/>
        </p:nvSpPr>
        <p:spPr>
          <a:xfrm>
            <a:off x="5221217" y="5871818"/>
            <a:ext cx="2184889" cy="113246"/>
          </a:xfrm>
          <a:prstGeom prst="rect">
            <a:avLst/>
          </a:prstGeom>
          <a:solidFill>
            <a:srgbClr val="00A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PE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85DA596-8634-1580-133D-DA878CC67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686" y="1233377"/>
            <a:ext cx="6966832" cy="4459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Google Shape;84;p1">
            <a:extLst>
              <a:ext uri="{FF2B5EF4-FFF2-40B4-BE49-F238E27FC236}">
                <a16:creationId xmlns:a16="http://schemas.microsoft.com/office/drawing/2014/main" id="{4A912B27-4FF5-A8F2-A110-3BC21110E7D6}"/>
              </a:ext>
            </a:extLst>
          </p:cNvPr>
          <p:cNvSpPr txBox="1"/>
          <p:nvPr/>
        </p:nvSpPr>
        <p:spPr>
          <a:xfrm>
            <a:off x="214967" y="4835611"/>
            <a:ext cx="4562979" cy="1328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80000"/>
              </a:lnSpc>
              <a:buClr>
                <a:srgbClr val="FFFFFF"/>
              </a:buClr>
              <a:buSzPts val="2178"/>
              <a:defRPr/>
            </a:pPr>
            <a:r>
              <a:rPr kumimoji="0" lang="es-PE" sz="2400" b="1" i="0" u="none" strike="noStrike" kern="0" cap="none" spc="0" normalizeH="0" baseline="0" noProof="0" dirty="0">
                <a:ln>
                  <a:noFill/>
                </a:ln>
                <a:solidFill>
                  <a:srgbClr val="0079C9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Dra. Daysi Zulema Diaz Obregón</a:t>
            </a:r>
          </a:p>
          <a:p>
            <a:pPr>
              <a:lnSpc>
                <a:spcPct val="80000"/>
              </a:lnSpc>
              <a:buClr>
                <a:srgbClr val="FFFFFF"/>
              </a:buClr>
              <a:buSzPts val="2178"/>
              <a:defRPr/>
            </a:pPr>
            <a:r>
              <a:rPr lang="es-PE" sz="2000" kern="0" dirty="0">
                <a:solidFill>
                  <a:srgbClr val="3192A9"/>
                </a:solidFill>
                <a:latin typeface="Calibri"/>
                <a:cs typeface="Calibri"/>
                <a:sym typeface="Calibri"/>
              </a:rPr>
              <a:t>Directora</a:t>
            </a:r>
          </a:p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8"/>
              <a:buFont typeface="Arial"/>
              <a:buNone/>
              <a:tabLst/>
              <a:defRPr/>
            </a:pPr>
            <a:endParaRPr kumimoji="0" lang="es-PE" sz="1200" i="0" u="none" strike="noStrike" kern="0" cap="none" spc="0" normalizeH="0" baseline="0" noProof="0" dirty="0">
              <a:ln>
                <a:noFill/>
              </a:ln>
              <a:solidFill>
                <a:srgbClr val="0079C9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6752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A631A527-2320-1074-C3CC-4137316D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5C6170-88CC-D186-AF92-2AE064274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70" y="204890"/>
            <a:ext cx="1037800" cy="1037800"/>
          </a:xfrm>
          <a:prstGeom prst="rect">
            <a:avLst/>
          </a:prstGeom>
        </p:spPr>
      </p:pic>
      <p:sp>
        <p:nvSpPr>
          <p:cNvPr id="8" name="Google Shape;92;p21">
            <a:extLst>
              <a:ext uri="{FF2B5EF4-FFF2-40B4-BE49-F238E27FC236}">
                <a16:creationId xmlns:a16="http://schemas.microsoft.com/office/drawing/2014/main" id="{3A57A053-806E-1174-4B31-17D0EC63319B}"/>
              </a:ext>
            </a:extLst>
          </p:cNvPr>
          <p:cNvSpPr txBox="1"/>
          <p:nvPr/>
        </p:nvSpPr>
        <p:spPr>
          <a:xfrm>
            <a:off x="1596850" y="369867"/>
            <a:ext cx="929792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0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Plan de Fortalecimiento del Instituto de Evaluación de Tecnologías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0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en Salud e Investigación 2026–2027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9B149D5-BD18-18D1-E3DF-CD5EE694E1A6}"/>
              </a:ext>
            </a:extLst>
          </p:cNvPr>
          <p:cNvGrpSpPr/>
          <p:nvPr/>
        </p:nvGrpSpPr>
        <p:grpSpPr>
          <a:xfrm>
            <a:off x="2516227" y="1395090"/>
            <a:ext cx="8664294" cy="1327089"/>
            <a:chOff x="3571" y="1911400"/>
            <a:chExt cx="1561703" cy="116495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28428D50-5AF2-2DE2-3980-B2060AE67302}"/>
                </a:ext>
              </a:extLst>
            </p:cNvPr>
            <p:cNvSpPr/>
            <p:nvPr/>
          </p:nvSpPr>
          <p:spPr>
            <a:xfrm>
              <a:off x="3571" y="1911400"/>
              <a:ext cx="1561703" cy="1164950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rgbClr val="0070C0"/>
                </a:gs>
                <a:gs pos="41000">
                  <a:srgbClr val="008CD4">
                    <a:shade val="67500"/>
                    <a:satMod val="115000"/>
                  </a:srgbClr>
                </a:gs>
                <a:gs pos="100000">
                  <a:srgbClr val="33CCCC"/>
                </a:gs>
              </a:gsLst>
              <a:lin ang="10800000" scaled="1"/>
              <a:tileRect/>
            </a:gra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just"/>
              <a:endParaRPr lang="es-PE" sz="2000" dirty="0"/>
            </a:p>
          </p:txBody>
        </p:sp>
        <p:sp>
          <p:nvSpPr>
            <p:cNvPr id="25" name="Rectángulo: esquinas redondeadas 4">
              <a:extLst>
                <a:ext uri="{FF2B5EF4-FFF2-40B4-BE49-F238E27FC236}">
                  <a16:creationId xmlns:a16="http://schemas.microsoft.com/office/drawing/2014/main" id="{4CBC8C4B-15DC-A621-D51D-BE19790F8412}"/>
                </a:ext>
              </a:extLst>
            </p:cNvPr>
            <p:cNvSpPr txBox="1"/>
            <p:nvPr/>
          </p:nvSpPr>
          <p:spPr>
            <a:xfrm>
              <a:off x="66836" y="1957434"/>
              <a:ext cx="1445374" cy="101921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algn="ctr"/>
              <a:r>
                <a:rPr lang="es-419" b="1" dirty="0"/>
                <a:t>Objetivo general </a:t>
              </a:r>
            </a:p>
            <a:p>
              <a:pPr algn="just"/>
              <a:r>
                <a:rPr lang="es-419" sz="1500" dirty="0"/>
                <a:t>Fortalecer integralmente la capacidad institucional del IETSI como eje estratégico de la gobernanza técnica en salud de EsSalud, articulando excelencia institucional, evidencia científica e innovación para fortalecer la calidad, la seguridad y la sostenibilidad de las decisiones en beneficio de los asegurados. </a:t>
              </a:r>
              <a:endParaRPr lang="es-PE" sz="1500" b="1" kern="1200" dirty="0"/>
            </a:p>
          </p:txBody>
        </p:sp>
      </p:grp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0721EA94-9CCA-87C5-25D7-69D0E00F2E93}"/>
              </a:ext>
            </a:extLst>
          </p:cNvPr>
          <p:cNvSpPr/>
          <p:nvPr/>
        </p:nvSpPr>
        <p:spPr>
          <a:xfrm>
            <a:off x="2050515" y="3611880"/>
            <a:ext cx="1869907" cy="2186311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0070C0"/>
              </a:gs>
              <a:gs pos="67000">
                <a:srgbClr val="008CD4">
                  <a:shade val="67500"/>
                  <a:satMod val="115000"/>
                </a:srgbClr>
              </a:gs>
              <a:gs pos="100000">
                <a:srgbClr val="33CCCC"/>
              </a:gs>
            </a:gsLst>
            <a:lin ang="54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just"/>
            <a:endParaRPr lang="es-PE" sz="2000" dirty="0"/>
          </a:p>
        </p:txBody>
      </p:sp>
      <p:sp>
        <p:nvSpPr>
          <p:cNvPr id="27" name="Rectángulo: esquinas redondeadas 4">
            <a:extLst>
              <a:ext uri="{FF2B5EF4-FFF2-40B4-BE49-F238E27FC236}">
                <a16:creationId xmlns:a16="http://schemas.microsoft.com/office/drawing/2014/main" id="{86E0DE5D-D735-28F8-8D81-829493D20255}"/>
              </a:ext>
            </a:extLst>
          </p:cNvPr>
          <p:cNvSpPr txBox="1"/>
          <p:nvPr/>
        </p:nvSpPr>
        <p:spPr>
          <a:xfrm>
            <a:off x="2134452" y="3794372"/>
            <a:ext cx="1738219" cy="195170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r>
              <a:rPr lang="es-419" b="1" dirty="0"/>
              <a:t>OE1. </a:t>
            </a:r>
          </a:p>
          <a:p>
            <a:r>
              <a:rPr lang="es-419" sz="1400" dirty="0"/>
              <a:t>Consolidar la excelencia institucional mediante sistemas de gestión certificados </a:t>
            </a:r>
          </a:p>
          <a:p>
            <a:pPr algn="just"/>
            <a:endParaRPr lang="es-419" dirty="0"/>
          </a:p>
          <a:p>
            <a:pPr algn="ctr"/>
            <a:endParaRPr lang="es-419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EFC65A55-0716-067D-C84D-AEBBA29FCE34}"/>
              </a:ext>
            </a:extLst>
          </p:cNvPr>
          <p:cNvSpPr/>
          <p:nvPr/>
        </p:nvSpPr>
        <p:spPr>
          <a:xfrm>
            <a:off x="3987136" y="3611877"/>
            <a:ext cx="1869907" cy="2186311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0070C0"/>
              </a:gs>
              <a:gs pos="67000">
                <a:srgbClr val="008CD4">
                  <a:shade val="67500"/>
                  <a:satMod val="115000"/>
                </a:srgbClr>
              </a:gs>
              <a:gs pos="100000">
                <a:srgbClr val="33CCCC"/>
              </a:gs>
            </a:gsLst>
            <a:lin ang="54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just"/>
            <a:endParaRPr lang="es-PE" sz="2000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CCDB1D5-E2B0-B155-A3C4-5729E2440405}"/>
              </a:ext>
            </a:extLst>
          </p:cNvPr>
          <p:cNvSpPr/>
          <p:nvPr/>
        </p:nvSpPr>
        <p:spPr>
          <a:xfrm>
            <a:off x="5937341" y="3611877"/>
            <a:ext cx="1869907" cy="2186311"/>
          </a:xfrm>
          <a:prstGeom prst="roundRect">
            <a:avLst>
              <a:gd name="adj" fmla="val 10000"/>
            </a:avLst>
          </a:prstGeom>
          <a:solidFill>
            <a:srgbClr val="FFFF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just"/>
            <a:endParaRPr lang="es-PE" sz="2000" dirty="0">
              <a:solidFill>
                <a:schemeClr val="tx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2C832093-F3DF-792D-CD3E-BDE628BD2CDC}"/>
              </a:ext>
            </a:extLst>
          </p:cNvPr>
          <p:cNvSpPr/>
          <p:nvPr/>
        </p:nvSpPr>
        <p:spPr>
          <a:xfrm>
            <a:off x="7878172" y="3611877"/>
            <a:ext cx="1869907" cy="2186311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0070C0"/>
              </a:gs>
              <a:gs pos="67000">
                <a:srgbClr val="008CD4">
                  <a:shade val="67500"/>
                  <a:satMod val="115000"/>
                </a:srgbClr>
              </a:gs>
              <a:gs pos="100000">
                <a:srgbClr val="33CCCC"/>
              </a:gs>
            </a:gsLst>
            <a:lin ang="54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just"/>
            <a:endParaRPr lang="es-PE" sz="2000" dirty="0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4DA51EBB-8C87-BCA3-19BA-54F69DDF17DE}"/>
              </a:ext>
            </a:extLst>
          </p:cNvPr>
          <p:cNvSpPr/>
          <p:nvPr/>
        </p:nvSpPr>
        <p:spPr>
          <a:xfrm>
            <a:off x="9809327" y="3611880"/>
            <a:ext cx="1869907" cy="2186311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0070C0"/>
              </a:gs>
              <a:gs pos="67000">
                <a:srgbClr val="008CD4">
                  <a:shade val="67500"/>
                  <a:satMod val="115000"/>
                </a:srgbClr>
              </a:gs>
              <a:gs pos="100000">
                <a:srgbClr val="33CCCC"/>
              </a:gs>
            </a:gsLst>
            <a:lin ang="54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just"/>
            <a:endParaRPr lang="es-PE" sz="20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7F9CC12-2AB7-5397-7FBC-31F947DE5D6F}"/>
              </a:ext>
            </a:extLst>
          </p:cNvPr>
          <p:cNvSpPr txBox="1"/>
          <p:nvPr/>
        </p:nvSpPr>
        <p:spPr>
          <a:xfrm>
            <a:off x="3824294" y="290467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20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Objetivos específicos</a:t>
            </a:r>
            <a:endParaRPr lang="es-419" sz="2000" dirty="0"/>
          </a:p>
        </p:txBody>
      </p:sp>
      <p:sp>
        <p:nvSpPr>
          <p:cNvPr id="42" name="Rectángulo: esquinas redondeadas 4">
            <a:extLst>
              <a:ext uri="{FF2B5EF4-FFF2-40B4-BE49-F238E27FC236}">
                <a16:creationId xmlns:a16="http://schemas.microsoft.com/office/drawing/2014/main" id="{24FBF181-728A-9E8F-299D-BE3C4B20593E}"/>
              </a:ext>
            </a:extLst>
          </p:cNvPr>
          <p:cNvSpPr txBox="1"/>
          <p:nvPr/>
        </p:nvSpPr>
        <p:spPr>
          <a:xfrm>
            <a:off x="4103584" y="3657208"/>
            <a:ext cx="1738219" cy="208887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r>
              <a:rPr lang="es-419" b="1" dirty="0"/>
              <a:t>OE2. </a:t>
            </a:r>
          </a:p>
          <a:p>
            <a:r>
              <a:rPr lang="es-419" sz="1400" dirty="0"/>
              <a:t>Fortalecer las capacidades especializadas en evaluación de tecnologías sanitarias</a:t>
            </a:r>
            <a:endParaRPr lang="es-419" dirty="0"/>
          </a:p>
          <a:p>
            <a:pPr algn="ctr"/>
            <a:endParaRPr lang="es-419" dirty="0"/>
          </a:p>
        </p:txBody>
      </p:sp>
      <p:sp>
        <p:nvSpPr>
          <p:cNvPr id="43" name="Rectángulo: esquinas redondeadas 4">
            <a:extLst>
              <a:ext uri="{FF2B5EF4-FFF2-40B4-BE49-F238E27FC236}">
                <a16:creationId xmlns:a16="http://schemas.microsoft.com/office/drawing/2014/main" id="{D73E8FAB-107E-313F-167F-2F1003A911CC}"/>
              </a:ext>
            </a:extLst>
          </p:cNvPr>
          <p:cNvSpPr txBox="1"/>
          <p:nvPr/>
        </p:nvSpPr>
        <p:spPr>
          <a:xfrm>
            <a:off x="6020746" y="3794373"/>
            <a:ext cx="1738219" cy="161582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r>
              <a:rPr lang="es-419" b="1" dirty="0">
                <a:solidFill>
                  <a:schemeClr val="tx1"/>
                </a:solidFill>
              </a:rPr>
              <a:t>OE3. </a:t>
            </a:r>
          </a:p>
          <a:p>
            <a:r>
              <a:rPr lang="es-419" sz="1400" dirty="0">
                <a:solidFill>
                  <a:schemeClr val="tx1"/>
                </a:solidFill>
              </a:rPr>
              <a:t>Desarrollar el ecosistema institucional de investigación e innovación en salud</a:t>
            </a:r>
            <a:endParaRPr lang="es-419" dirty="0">
              <a:solidFill>
                <a:schemeClr val="tx1"/>
              </a:solidFill>
            </a:endParaRPr>
          </a:p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44" name="Rectángulo: esquinas redondeadas 4">
            <a:extLst>
              <a:ext uri="{FF2B5EF4-FFF2-40B4-BE49-F238E27FC236}">
                <a16:creationId xmlns:a16="http://schemas.microsoft.com/office/drawing/2014/main" id="{870B113F-8AC2-A0CF-0FCD-AC3AAC12A8A2}"/>
              </a:ext>
            </a:extLst>
          </p:cNvPr>
          <p:cNvSpPr txBox="1"/>
          <p:nvPr/>
        </p:nvSpPr>
        <p:spPr>
          <a:xfrm>
            <a:off x="7948900" y="3742263"/>
            <a:ext cx="1738219" cy="187304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r>
              <a:rPr lang="es-419" b="1" dirty="0"/>
              <a:t>OE4. </a:t>
            </a:r>
          </a:p>
          <a:p>
            <a:r>
              <a:rPr lang="es-419" sz="1400" dirty="0"/>
              <a:t>Optimizar la gestión de guías de práctica clínica y herramientas de soporte a la decisión</a:t>
            </a:r>
            <a:endParaRPr lang="es-419" dirty="0"/>
          </a:p>
          <a:p>
            <a:pPr algn="ctr"/>
            <a:endParaRPr lang="es-419" dirty="0"/>
          </a:p>
        </p:txBody>
      </p:sp>
      <p:sp>
        <p:nvSpPr>
          <p:cNvPr id="46" name="Rectángulo: esquinas redondeadas 4">
            <a:extLst>
              <a:ext uri="{FF2B5EF4-FFF2-40B4-BE49-F238E27FC236}">
                <a16:creationId xmlns:a16="http://schemas.microsoft.com/office/drawing/2014/main" id="{E9E3AD62-C48E-7328-3311-6263F9ACF2A1}"/>
              </a:ext>
            </a:extLst>
          </p:cNvPr>
          <p:cNvSpPr txBox="1"/>
          <p:nvPr/>
        </p:nvSpPr>
        <p:spPr>
          <a:xfrm>
            <a:off x="9875170" y="3742263"/>
            <a:ext cx="1738219" cy="140885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r>
              <a:rPr lang="es-419" b="1" dirty="0"/>
              <a:t>OE5. </a:t>
            </a:r>
          </a:p>
          <a:p>
            <a:r>
              <a:rPr lang="es-419" sz="1400" dirty="0"/>
              <a:t>Consolidar el sistema especializado de farmacovigilancia y tecnovigilancia</a:t>
            </a:r>
            <a:endParaRPr lang="es-419" dirty="0"/>
          </a:p>
        </p:txBody>
      </p:sp>
      <p:pic>
        <p:nvPicPr>
          <p:cNvPr id="47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5CDA5D8A-36B3-B839-B6B1-772CBB1E8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16" y="38490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78BE97B-4FAF-C0C6-753B-5438538FEF8B}"/>
              </a:ext>
            </a:extLst>
          </p:cNvPr>
          <p:cNvSpPr txBox="1"/>
          <p:nvPr/>
        </p:nvSpPr>
        <p:spPr>
          <a:xfrm>
            <a:off x="311744" y="2608597"/>
            <a:ext cx="135871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419" sz="16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OEI.06</a:t>
            </a:r>
          </a:p>
          <a:p>
            <a:pPr algn="ctr"/>
            <a:r>
              <a:rPr lang="es-PE" sz="1400" dirty="0"/>
              <a:t>Impulsar la transformación digital, la disrupción y las decisiones basadas  en evidencia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DD583DE-4087-5BD1-2CF4-5F00E79E4F5B}"/>
              </a:ext>
            </a:extLst>
          </p:cNvPr>
          <p:cNvSpPr/>
          <p:nvPr/>
        </p:nvSpPr>
        <p:spPr>
          <a:xfrm>
            <a:off x="272216" y="1242690"/>
            <a:ext cx="1483901" cy="4555498"/>
          </a:xfrm>
          <a:prstGeom prst="rect">
            <a:avLst/>
          </a:prstGeom>
          <a:noFill/>
          <a:ln>
            <a:solidFill>
              <a:srgbClr val="7ECFE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870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EC726E62-6BB1-EBB6-07C7-85638610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2;p21">
            <a:extLst>
              <a:ext uri="{FF2B5EF4-FFF2-40B4-BE49-F238E27FC236}">
                <a16:creationId xmlns:a16="http://schemas.microsoft.com/office/drawing/2014/main" id="{6DD9A690-A40A-B946-BC3F-38D6FF4934F7}"/>
              </a:ext>
            </a:extLst>
          </p:cNvPr>
          <p:cNvSpPr txBox="1"/>
          <p:nvPr/>
        </p:nvSpPr>
        <p:spPr>
          <a:xfrm>
            <a:off x="952349" y="508345"/>
            <a:ext cx="929792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Situación problemática actual: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Alta prevalencia de RAM</a:t>
            </a:r>
          </a:p>
        </p:txBody>
      </p:sp>
      <p:pic>
        <p:nvPicPr>
          <p:cNvPr id="1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FDD7841B-BD25-0D9F-E398-7955CCD54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16" y="38490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082F2D9-AC8E-8913-1BD9-2D82B9D2CAB8}"/>
              </a:ext>
            </a:extLst>
          </p:cNvPr>
          <p:cNvSpPr txBox="1"/>
          <p:nvPr/>
        </p:nvSpPr>
        <p:spPr>
          <a:xfrm>
            <a:off x="535459" y="2010498"/>
            <a:ext cx="1047029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s-ES" sz="2000" dirty="0"/>
              <a:t>En hospitales de alta complejidad, la prevalencia de eventos adversos fue de 12.4%. Quienes sufrieron un evento adverso en hospitalización y emergencia tiene  2.15  y 17.11 veces mas riesgo de morir respectivamente, que quienes no tuvieron evento adverso.(1)</a:t>
            </a:r>
          </a:p>
          <a:p>
            <a:pPr marL="285750" indent="-285750" algn="just">
              <a:buFontTx/>
              <a:buChar char="-"/>
            </a:pPr>
            <a:endParaRPr lang="es-ES" sz="2000" dirty="0"/>
          </a:p>
          <a:p>
            <a:pPr marL="285750" indent="-285750" algn="just">
              <a:buFontTx/>
              <a:buChar char="-"/>
            </a:pPr>
            <a:r>
              <a:rPr lang="es-ES" sz="2000" dirty="0"/>
              <a:t>Los EA causan el 28% de discapacidad y el 6% de muertes. Sin embargo, el 60% de EA son evitables.</a:t>
            </a:r>
          </a:p>
          <a:p>
            <a:pPr marL="285750" indent="-285750" algn="just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endParaRPr lang="es-PE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A517F9-13FB-4CF5-A61D-850E39766B7C}"/>
              </a:ext>
            </a:extLst>
          </p:cNvPr>
          <p:cNvSpPr txBox="1"/>
          <p:nvPr/>
        </p:nvSpPr>
        <p:spPr>
          <a:xfrm>
            <a:off x="601362" y="5411450"/>
            <a:ext cx="98351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PE" sz="1100" dirty="0"/>
              <a:t>San </a:t>
            </a:r>
            <a:r>
              <a:rPr lang="es-PE" sz="1100" dirty="0" err="1"/>
              <a:t>Jose</a:t>
            </a:r>
            <a:r>
              <a:rPr lang="es-PE" sz="1100" dirty="0"/>
              <a:t>-Saras, Diego, José L. Valencia-Martín, Jorge Vicente-Guijarro, Paloma Moreno-</a:t>
            </a:r>
            <a:r>
              <a:rPr lang="es-PE" sz="1100" dirty="0" err="1"/>
              <a:t>Nunez</a:t>
            </a:r>
            <a:r>
              <a:rPr lang="es-PE" sz="1100" dirty="0"/>
              <a:t>, Alberto Pardo-Hernández, y Jesús M. Aranaz-</a:t>
            </a:r>
            <a:r>
              <a:rPr lang="es-PE" sz="1100" dirty="0" err="1"/>
              <a:t>Andres</a:t>
            </a:r>
            <a:r>
              <a:rPr lang="es-PE" sz="1100" dirty="0"/>
              <a:t>. «Adverse </a:t>
            </a:r>
            <a:r>
              <a:rPr lang="es-PE" sz="1100" dirty="0" err="1"/>
              <a:t>events</a:t>
            </a:r>
            <a:r>
              <a:rPr lang="es-PE" sz="1100" dirty="0"/>
              <a:t>: </a:t>
            </a:r>
            <a:r>
              <a:rPr lang="es-PE" sz="1100" dirty="0" err="1"/>
              <a:t>an</a:t>
            </a:r>
            <a:r>
              <a:rPr lang="es-PE" sz="1100" dirty="0"/>
              <a:t> </a:t>
            </a:r>
            <a:r>
              <a:rPr lang="es-PE" sz="1100" dirty="0" err="1"/>
              <a:t>expensive</a:t>
            </a:r>
            <a:r>
              <a:rPr lang="es-PE" sz="1100" dirty="0"/>
              <a:t> and </a:t>
            </a:r>
            <a:r>
              <a:rPr lang="es-PE" sz="1100" dirty="0" err="1"/>
              <a:t>avoidable</a:t>
            </a:r>
            <a:r>
              <a:rPr lang="es-PE" sz="1100" dirty="0"/>
              <a:t> hospital </a:t>
            </a:r>
            <a:r>
              <a:rPr lang="es-PE" sz="1100" dirty="0" err="1"/>
              <a:t>problem</a:t>
            </a:r>
            <a:r>
              <a:rPr lang="es-PE" sz="1100" dirty="0"/>
              <a:t>». </a:t>
            </a:r>
            <a:r>
              <a:rPr lang="es-PE" sz="1100" dirty="0" err="1"/>
              <a:t>Annals</a:t>
            </a:r>
            <a:r>
              <a:rPr lang="es-PE" sz="1100" dirty="0"/>
              <a:t> </a:t>
            </a:r>
            <a:r>
              <a:rPr lang="es-PE" sz="1100" dirty="0" err="1"/>
              <a:t>of</a:t>
            </a:r>
            <a:r>
              <a:rPr lang="es-PE" sz="1100" dirty="0"/>
              <a:t> Medicine 54, </a:t>
            </a:r>
            <a:r>
              <a:rPr lang="es-PE" sz="1100" dirty="0" err="1"/>
              <a:t>n.o</a:t>
            </a:r>
            <a:r>
              <a:rPr lang="es-PE" sz="1100" dirty="0"/>
              <a:t> 1 (2022): 3156-67. </a:t>
            </a:r>
            <a:r>
              <a:rPr lang="es-PE" sz="1100" dirty="0">
                <a:hlinkClick r:id="rId5"/>
              </a:rPr>
              <a:t>https://doi.org/10.1080/07853890.2022.2140450</a:t>
            </a:r>
            <a:r>
              <a:rPr lang="es-PE" sz="11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100" dirty="0"/>
              <a:t>Aranaz-Andrés, J. M., C. </a:t>
            </a:r>
            <a:r>
              <a:rPr lang="es-PE" sz="1100" dirty="0" err="1"/>
              <a:t>Aibar</a:t>
            </a:r>
            <a:r>
              <a:rPr lang="es-PE" sz="1100" dirty="0"/>
              <a:t>-Remón, R. Limón-Ramírez, et al. </a:t>
            </a:r>
            <a:r>
              <a:rPr lang="en-US" sz="1100" dirty="0"/>
              <a:t>«Prevalence of Adverse Events in the Hospitals of Five Latin American Countries: Results of the “Iberoamerican Study of Adverse Events” (IBEAS)». </a:t>
            </a:r>
            <a:r>
              <a:rPr lang="es-PE" sz="1100" i="1" dirty="0"/>
              <a:t>BMJ </a:t>
            </a:r>
            <a:r>
              <a:rPr lang="es-PE" sz="1100" i="1" dirty="0" err="1"/>
              <a:t>Quality</a:t>
            </a:r>
            <a:r>
              <a:rPr lang="es-PE" sz="1100" i="1" dirty="0"/>
              <a:t> &amp; Safety</a:t>
            </a:r>
            <a:r>
              <a:rPr lang="es-PE" sz="1100" dirty="0"/>
              <a:t> 20, </a:t>
            </a:r>
            <a:r>
              <a:rPr lang="es-PE" sz="1100" dirty="0" err="1"/>
              <a:t>n.</a:t>
            </a:r>
            <a:r>
              <a:rPr lang="es-PE" sz="1100" baseline="30000" dirty="0" err="1"/>
              <a:t>o</a:t>
            </a:r>
            <a:r>
              <a:rPr lang="es-PE" sz="1100" dirty="0"/>
              <a:t> 12 (2011): 1043-51. </a:t>
            </a:r>
            <a:r>
              <a:rPr lang="es-PE" sz="1100" dirty="0">
                <a:hlinkClick r:id="rId6"/>
              </a:rPr>
              <a:t>https://doi.org/10.1136/bmjqs.2011.051284</a:t>
            </a:r>
            <a:r>
              <a:rPr lang="es-PE" sz="1100" dirty="0"/>
              <a:t>.</a:t>
            </a:r>
          </a:p>
          <a:p>
            <a:endParaRPr lang="es-PE" sz="1100" dirty="0"/>
          </a:p>
          <a:p>
            <a:pPr marL="228600" indent="-228600">
              <a:buFont typeface="+mj-lt"/>
              <a:buAutoNum type="arabicPeriod"/>
            </a:pP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186602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9557B9CB-6A97-DF53-F0C0-82476D582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2;p21">
            <a:extLst>
              <a:ext uri="{FF2B5EF4-FFF2-40B4-BE49-F238E27FC236}">
                <a16:creationId xmlns:a16="http://schemas.microsoft.com/office/drawing/2014/main" id="{827B3D9F-7395-EF5F-5DAF-CBBA8DC395D0}"/>
              </a:ext>
            </a:extLst>
          </p:cNvPr>
          <p:cNvSpPr txBox="1"/>
          <p:nvPr/>
        </p:nvSpPr>
        <p:spPr>
          <a:xfrm>
            <a:off x="1599899" y="199230"/>
            <a:ext cx="929792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4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Situación problemática actual: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RAM en EsSalud -2025</a:t>
            </a:r>
          </a:p>
        </p:txBody>
      </p:sp>
      <p:pic>
        <p:nvPicPr>
          <p:cNvPr id="1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E0DA229A-A3D1-F51D-442F-C5DFEF0A5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16" y="38490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Imagen 1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723A1EED-2FEA-324F-034B-EFBAE3DD2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2518" y="1301578"/>
            <a:ext cx="8687266" cy="481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9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4CCFA82E-59E9-75BD-9760-124F1881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2;p21">
            <a:extLst>
              <a:ext uri="{FF2B5EF4-FFF2-40B4-BE49-F238E27FC236}">
                <a16:creationId xmlns:a16="http://schemas.microsoft.com/office/drawing/2014/main" id="{102441E9-905A-4164-4759-7E0846E88061}"/>
              </a:ext>
            </a:extLst>
          </p:cNvPr>
          <p:cNvSpPr txBox="1"/>
          <p:nvPr/>
        </p:nvSpPr>
        <p:spPr>
          <a:xfrm>
            <a:off x="1237435" y="180080"/>
            <a:ext cx="929792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Situación problemática actual: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lang="es-419" sz="2800" b="1" kern="0" dirty="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RAM en adulto mayor</a:t>
            </a:r>
            <a:endParaRPr kumimoji="0" lang="es-419" sz="2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F310F31F-D1F3-5618-3DE8-B41D0DCF4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16" y="38490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1B1825A-CFEB-B88E-A718-9A91F07DFE30}"/>
              </a:ext>
            </a:extLst>
          </p:cNvPr>
          <p:cNvSpPr txBox="1"/>
          <p:nvPr/>
        </p:nvSpPr>
        <p:spPr>
          <a:xfrm>
            <a:off x="724930" y="1466335"/>
            <a:ext cx="10470292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s-ES" sz="1900" dirty="0"/>
              <a:t>La multimorbilidad, los cambios en la función fisiológica y la polifarmacia hacen que los </a:t>
            </a:r>
            <a:r>
              <a:rPr lang="es-ES" sz="1900" b="1" dirty="0"/>
              <a:t>adultos mayores </a:t>
            </a:r>
            <a:r>
              <a:rPr lang="es-ES" sz="1900" dirty="0"/>
              <a:t>tengan </a:t>
            </a:r>
            <a:r>
              <a:rPr lang="es-ES" sz="1900" u="sng" dirty="0"/>
              <a:t>siete veces más probabilidades de sufrir un evento farmacológico adverso que requiera hospitalización</a:t>
            </a:r>
            <a:r>
              <a:rPr lang="es-ES" sz="1900" dirty="0"/>
              <a:t>.</a:t>
            </a:r>
          </a:p>
          <a:p>
            <a:pPr marL="285750" indent="-285750" algn="just">
              <a:buFontTx/>
              <a:buChar char="-"/>
            </a:pPr>
            <a:endParaRPr lang="es-ES" sz="1900" dirty="0"/>
          </a:p>
          <a:p>
            <a:pPr marL="285750" indent="-285750" algn="just">
              <a:buFontTx/>
              <a:buChar char="-"/>
            </a:pPr>
            <a:r>
              <a:rPr lang="es-ES" sz="1900" dirty="0"/>
              <a:t>Aproximadamente el 45% de los pacientes mayores son dados de alta del departamento de emergencias (DE) con al menos un nuevo medicamento recetado, y el 11,6% es potencialmente inapropiado.</a:t>
            </a:r>
          </a:p>
          <a:p>
            <a:pPr marL="285750" indent="-285750" algn="just">
              <a:buFontTx/>
              <a:buChar char="-"/>
            </a:pPr>
            <a:endParaRPr lang="es-ES" sz="1900" dirty="0"/>
          </a:p>
          <a:p>
            <a:pPr marL="285750" indent="-285750" algn="just">
              <a:buFontTx/>
              <a:buChar char="-"/>
            </a:pPr>
            <a:r>
              <a:rPr lang="es-ES" sz="1900" dirty="0"/>
              <a:t>Los eventos adversos a medicamentos que se malinterpretan como signo o síntoma de un nuevo trastorno dan lugar a cascadas de prescripción, incrementando su morbimortalidad y elevando costos del sistema.</a:t>
            </a:r>
          </a:p>
          <a:p>
            <a:pPr marL="285750" indent="-285750" algn="just">
              <a:buFontTx/>
              <a:buChar char="-"/>
            </a:pPr>
            <a:endParaRPr lang="es-ES" sz="2000" dirty="0"/>
          </a:p>
          <a:p>
            <a:pPr marL="285750" indent="-285750">
              <a:buFontTx/>
              <a:buChar char="-"/>
            </a:pPr>
            <a:endParaRPr lang="es-PE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237215-62EE-95E1-A0E6-80FA90209CD1}"/>
              </a:ext>
            </a:extLst>
          </p:cNvPr>
          <p:cNvSpPr txBox="1"/>
          <p:nvPr/>
        </p:nvSpPr>
        <p:spPr>
          <a:xfrm>
            <a:off x="601362" y="5477353"/>
            <a:ext cx="98351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PE" sz="1100" dirty="0"/>
              <a:t>San </a:t>
            </a:r>
            <a:r>
              <a:rPr lang="es-PE" sz="1100" dirty="0" err="1"/>
              <a:t>Jose</a:t>
            </a:r>
            <a:r>
              <a:rPr lang="es-PE" sz="1100" dirty="0"/>
              <a:t>-Saras, Diego, José L. Valencia-Martín, Jorge Vicente-Guijarro, Paloma Moreno-</a:t>
            </a:r>
            <a:r>
              <a:rPr lang="es-PE" sz="1100" dirty="0" err="1"/>
              <a:t>Nunez</a:t>
            </a:r>
            <a:r>
              <a:rPr lang="es-PE" sz="1100" dirty="0"/>
              <a:t>, Alberto Pardo-Hernández, y Jesús M. Aranaz-</a:t>
            </a:r>
            <a:r>
              <a:rPr lang="es-PE" sz="1100" dirty="0" err="1"/>
              <a:t>Andres</a:t>
            </a:r>
            <a:r>
              <a:rPr lang="es-PE" sz="1100" dirty="0"/>
              <a:t>. «Adverse </a:t>
            </a:r>
            <a:r>
              <a:rPr lang="es-PE" sz="1100" dirty="0" err="1"/>
              <a:t>events</a:t>
            </a:r>
            <a:r>
              <a:rPr lang="es-PE" sz="1100" dirty="0"/>
              <a:t>: </a:t>
            </a:r>
            <a:r>
              <a:rPr lang="es-PE" sz="1100" dirty="0" err="1"/>
              <a:t>an</a:t>
            </a:r>
            <a:r>
              <a:rPr lang="es-PE" sz="1100" dirty="0"/>
              <a:t> </a:t>
            </a:r>
            <a:r>
              <a:rPr lang="es-PE" sz="1100" dirty="0" err="1"/>
              <a:t>expensive</a:t>
            </a:r>
            <a:r>
              <a:rPr lang="es-PE" sz="1100" dirty="0"/>
              <a:t> and </a:t>
            </a:r>
            <a:r>
              <a:rPr lang="es-PE" sz="1100" dirty="0" err="1"/>
              <a:t>avoidable</a:t>
            </a:r>
            <a:r>
              <a:rPr lang="es-PE" sz="1100" dirty="0"/>
              <a:t> hospital </a:t>
            </a:r>
            <a:r>
              <a:rPr lang="es-PE" sz="1100" dirty="0" err="1"/>
              <a:t>problem</a:t>
            </a:r>
            <a:r>
              <a:rPr lang="es-PE" sz="1100" dirty="0"/>
              <a:t>». </a:t>
            </a:r>
            <a:r>
              <a:rPr lang="es-PE" sz="1100" dirty="0" err="1"/>
              <a:t>Annals</a:t>
            </a:r>
            <a:r>
              <a:rPr lang="es-PE" sz="1100" dirty="0"/>
              <a:t> </a:t>
            </a:r>
            <a:r>
              <a:rPr lang="es-PE" sz="1100" dirty="0" err="1"/>
              <a:t>of</a:t>
            </a:r>
            <a:r>
              <a:rPr lang="es-PE" sz="1100" dirty="0"/>
              <a:t> Medicine 54, </a:t>
            </a:r>
            <a:r>
              <a:rPr lang="es-PE" sz="1100" dirty="0" err="1"/>
              <a:t>n.o</a:t>
            </a:r>
            <a:r>
              <a:rPr lang="es-PE" sz="1100" dirty="0"/>
              <a:t> 1 (2022): 3156-67. </a:t>
            </a:r>
            <a:r>
              <a:rPr lang="es-PE" sz="1100" dirty="0">
                <a:hlinkClick r:id="rId5"/>
              </a:rPr>
              <a:t>https://doi.org/10.1080/07853890.2022.2140450</a:t>
            </a:r>
            <a:r>
              <a:rPr lang="es-PE" sz="11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PE" sz="1100" dirty="0"/>
              <a:t>Aranaz-Andrés, J. M., C. </a:t>
            </a:r>
            <a:r>
              <a:rPr lang="es-PE" sz="1100" dirty="0" err="1"/>
              <a:t>Aibar</a:t>
            </a:r>
            <a:r>
              <a:rPr lang="es-PE" sz="1100" dirty="0"/>
              <a:t>-Remón, R. Limón-Ramírez, et al. </a:t>
            </a:r>
            <a:r>
              <a:rPr lang="en-US" sz="1100" dirty="0"/>
              <a:t>«Prevalence of Adverse Events in the Hospitals of Five Latin American Countries: Results of the “Iberoamerican Study of Adverse Events” (IBEAS)». </a:t>
            </a:r>
            <a:r>
              <a:rPr lang="es-PE" sz="1100" i="1" dirty="0"/>
              <a:t>BMJ </a:t>
            </a:r>
            <a:r>
              <a:rPr lang="es-PE" sz="1100" i="1" dirty="0" err="1"/>
              <a:t>Quality</a:t>
            </a:r>
            <a:r>
              <a:rPr lang="es-PE" sz="1100" i="1" dirty="0"/>
              <a:t> &amp; Safety</a:t>
            </a:r>
            <a:r>
              <a:rPr lang="es-PE" sz="1100" dirty="0"/>
              <a:t> 20, </a:t>
            </a:r>
            <a:r>
              <a:rPr lang="es-PE" sz="1100" dirty="0" err="1"/>
              <a:t>n.</a:t>
            </a:r>
            <a:r>
              <a:rPr lang="es-PE" sz="1100" baseline="30000" dirty="0" err="1"/>
              <a:t>o</a:t>
            </a:r>
            <a:r>
              <a:rPr lang="es-PE" sz="1100" dirty="0"/>
              <a:t> 12 (2011): 1043-51. </a:t>
            </a:r>
            <a:r>
              <a:rPr lang="es-PE" sz="1100" dirty="0">
                <a:hlinkClick r:id="rId6"/>
              </a:rPr>
              <a:t>https://doi.org/10.1136/bmjqs.2011.051284</a:t>
            </a:r>
            <a:r>
              <a:rPr lang="es-PE" sz="1100" dirty="0"/>
              <a:t>.</a:t>
            </a:r>
          </a:p>
          <a:p>
            <a:endParaRPr lang="es-PE" sz="1100" dirty="0"/>
          </a:p>
          <a:p>
            <a:pPr marL="228600" indent="-228600">
              <a:buFont typeface="+mj-lt"/>
              <a:buAutoNum type="arabicPeriod"/>
            </a:pP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67761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027823E7-0810-1F64-4413-389CCB30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2;p21">
            <a:extLst>
              <a:ext uri="{FF2B5EF4-FFF2-40B4-BE49-F238E27FC236}">
                <a16:creationId xmlns:a16="http://schemas.microsoft.com/office/drawing/2014/main" id="{A20425E2-E564-E704-9DBB-63A0976196A7}"/>
              </a:ext>
            </a:extLst>
          </p:cNvPr>
          <p:cNvSpPr txBox="1"/>
          <p:nvPr/>
        </p:nvSpPr>
        <p:spPr>
          <a:xfrm>
            <a:off x="1447039" y="2051693"/>
            <a:ext cx="929792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Objetivo</a:t>
            </a:r>
          </a:p>
        </p:txBody>
      </p:sp>
      <p:pic>
        <p:nvPicPr>
          <p:cNvPr id="1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80B5B798-350D-58AF-1809-943F61A0C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16" y="38490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998C41A-C0E6-F903-2544-CE9B8DFEF9C0}"/>
              </a:ext>
            </a:extLst>
          </p:cNvPr>
          <p:cNvSpPr txBox="1"/>
          <p:nvPr/>
        </p:nvSpPr>
        <p:spPr>
          <a:xfrm>
            <a:off x="1124006" y="2957384"/>
            <a:ext cx="9704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Validar e implementar un sistema inteligente de evaluación </a:t>
            </a:r>
            <a:r>
              <a:rPr lang="es-ES" i="1" dirty="0"/>
              <a:t>en tiempo real</a:t>
            </a:r>
            <a:r>
              <a:rPr lang="es-ES" dirty="0"/>
              <a:t> de la prescripción médica en adultos mayores atendidos en emergencia, consulta externa y hospitalización de la Red Asistencia Rebagliati</a:t>
            </a:r>
            <a:endParaRPr lang="es-PE" dirty="0"/>
          </a:p>
        </p:txBody>
      </p:sp>
      <p:sp>
        <p:nvSpPr>
          <p:cNvPr id="14" name="Google Shape;92;p21">
            <a:extLst>
              <a:ext uri="{FF2B5EF4-FFF2-40B4-BE49-F238E27FC236}">
                <a16:creationId xmlns:a16="http://schemas.microsoft.com/office/drawing/2014/main" id="{CF0A8CC2-FC0F-13CB-E544-02A881F23DB4}"/>
              </a:ext>
            </a:extLst>
          </p:cNvPr>
          <p:cNvSpPr txBox="1"/>
          <p:nvPr/>
        </p:nvSpPr>
        <p:spPr>
          <a:xfrm>
            <a:off x="1327131" y="4194747"/>
            <a:ext cx="929792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s-419" sz="2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Finalidad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F775758-3E52-C142-89D6-3A666C738B27}"/>
              </a:ext>
            </a:extLst>
          </p:cNvPr>
          <p:cNvSpPr txBox="1"/>
          <p:nvPr/>
        </p:nvSpPr>
        <p:spPr>
          <a:xfrm>
            <a:off x="1243914" y="5031960"/>
            <a:ext cx="970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Reducir la tasa de reacciones adversas debido a la interacción de medicamentos en los servicios de consulta externa, emergencia y hospitalización de la Red Asistencial Rebagliati </a:t>
            </a:r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4D4947-5B3B-4175-FBF8-93C4FED2A209}"/>
              </a:ext>
            </a:extLst>
          </p:cNvPr>
          <p:cNvSpPr txBox="1"/>
          <p:nvPr/>
        </p:nvSpPr>
        <p:spPr>
          <a:xfrm>
            <a:off x="1124006" y="998996"/>
            <a:ext cx="10235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Proyecto : </a:t>
            </a:r>
            <a:r>
              <a:rPr lang="es-ES" sz="2400" dirty="0"/>
              <a:t>Sistema Inteligente de reducción de Reacciones Adversas Medicamentosas en Adulto Mayor- EsSalud (SIGRAM-AM)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6296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02F9DF7F-4AB4-A528-1450-74AFC824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F905F322-3AD1-12FE-7690-15D9B12C7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16" y="241615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220E800-D317-5221-4A8E-866ACAC63788}"/>
              </a:ext>
            </a:extLst>
          </p:cNvPr>
          <p:cNvSpPr txBox="1"/>
          <p:nvPr/>
        </p:nvSpPr>
        <p:spPr>
          <a:xfrm>
            <a:off x="2219639" y="241615"/>
            <a:ext cx="10235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</a:rPr>
              <a:t>Proyecto : </a:t>
            </a:r>
            <a:r>
              <a:rPr lang="es-ES" sz="2400" dirty="0"/>
              <a:t>Sistema Inteligente de reducción de Reacciones Adversas Medicamentosas en Adulto Mayor- EsSalud (SIGRAM-AM) </a:t>
            </a:r>
            <a:endParaRPr lang="es-PE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31F16FE-A71D-3292-79B0-90F4D09EF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07" y="1226043"/>
            <a:ext cx="10700952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Diseño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farmacovigilancia clínica activa con soporte a la decisión, integrado a la HCE (ESSI).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Población objetivo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Adultos mayores (≥65 años) que se atienden en Red asistencial Edgardo Rebagliati.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Fuente de datos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Prescripción electrónica en ESSI EsSalud, diagnósticos CIE-10 y eventos clínicos.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 de detección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Bases estructuradas de interacciones y ajuste de dosis por función renal/hepática, edad, sexo y antecedentes de morbilidad.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Priorización de alertas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Algoritmo de estratificación de riesgo considerando severidad, evitabilidad, polifarmacia y vulnerabilidad geriátrica.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Intervención clínica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Alertas en tiempo real al prescriptor durante la prescripción.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Revisión farmacéutica para alertas de riesgo intermedio.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Validación clínica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Confirmación de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RAMs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equipo clínico-farmacéutico y retroalimentación al sistema.</a:t>
            </a:r>
          </a:p>
        </p:txBody>
      </p:sp>
    </p:spTree>
    <p:extLst>
      <p:ext uri="{BB962C8B-B14F-4D97-AF65-F5344CB8AC3E}">
        <p14:creationId xmlns:p14="http://schemas.microsoft.com/office/powerpoint/2010/main" val="114365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1B657022-1320-E0BF-D142-E25B879C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B4ED8F8F-09B1-B024-ECBD-446C8B0D7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39" y="386139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39AEFC1-2709-B830-8D6C-28A85BD1A8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532" y="2457685"/>
            <a:ext cx="1516437" cy="1326039"/>
          </a:xfrm>
          <a:prstGeom prst="rect">
            <a:avLst/>
          </a:prstGeom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1A4049C0-A0C9-4CC7-F9C4-A528FA59F030}"/>
              </a:ext>
            </a:extLst>
          </p:cNvPr>
          <p:cNvGraphicFramePr/>
          <p:nvPr/>
        </p:nvGraphicFramePr>
        <p:xfrm>
          <a:off x="-366883" y="1225074"/>
          <a:ext cx="4967416" cy="3736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026" name="Picture 2" descr="Sarcopenia, desnutrición y disfagia: síndromes geriátricos Por: Carlos A.  Reyes Torres | Eduardo Lobatón RD CNSC">
            <a:extLst>
              <a:ext uri="{FF2B5EF4-FFF2-40B4-BE49-F238E27FC236}">
                <a16:creationId xmlns:a16="http://schemas.microsoft.com/office/drawing/2014/main" id="{EC85D7E9-60CD-ADA8-03CC-D272D56C92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7"/>
          <a:stretch>
            <a:fillRect/>
          </a:stretch>
        </p:blipFill>
        <p:spPr bwMode="auto">
          <a:xfrm>
            <a:off x="1475066" y="2684476"/>
            <a:ext cx="1283517" cy="80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brir llave 8">
            <a:extLst>
              <a:ext uri="{FF2B5EF4-FFF2-40B4-BE49-F238E27FC236}">
                <a16:creationId xmlns:a16="http://schemas.microsoft.com/office/drawing/2014/main" id="{FEE06C64-38EF-27C4-BF5D-2D1761798AB7}"/>
              </a:ext>
            </a:extLst>
          </p:cNvPr>
          <p:cNvSpPr/>
          <p:nvPr/>
        </p:nvSpPr>
        <p:spPr>
          <a:xfrm>
            <a:off x="4177717" y="2181138"/>
            <a:ext cx="520118" cy="187913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8" name="Picture 4" descr="1,094 vectores de stock y arte vectorial de Drug interaction | Shutterstock">
            <a:extLst>
              <a:ext uri="{FF2B5EF4-FFF2-40B4-BE49-F238E27FC236}">
                <a16:creationId xmlns:a16="http://schemas.microsoft.com/office/drawing/2014/main" id="{3E4E9E7B-D0D5-8277-FA05-DBE092A6F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482" y="2572883"/>
            <a:ext cx="1095642" cy="109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E4F56EC5-8B0C-93CD-98DA-2D4EEF484F06}"/>
              </a:ext>
            </a:extLst>
          </p:cNvPr>
          <p:cNvSpPr/>
          <p:nvPr/>
        </p:nvSpPr>
        <p:spPr>
          <a:xfrm>
            <a:off x="6250087" y="2969702"/>
            <a:ext cx="318781" cy="3775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EA21E5D-9834-3D0F-5CD1-59C4802D2629}"/>
              </a:ext>
            </a:extLst>
          </p:cNvPr>
          <p:cNvSpPr/>
          <p:nvPr/>
        </p:nvSpPr>
        <p:spPr>
          <a:xfrm>
            <a:off x="8110660" y="1319806"/>
            <a:ext cx="1220589" cy="7210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Alto riesgo de RAM</a:t>
            </a:r>
            <a:endParaRPr lang="es-PE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FE1986C-CD34-5AD6-C290-EB188A58E310}"/>
              </a:ext>
            </a:extLst>
          </p:cNvPr>
          <p:cNvSpPr/>
          <p:nvPr/>
        </p:nvSpPr>
        <p:spPr>
          <a:xfrm>
            <a:off x="8110660" y="2113220"/>
            <a:ext cx="1220935" cy="721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rgbClr val="0066CC"/>
                </a:solidFill>
              </a:rPr>
              <a:t>Moderado riesgo de RAM</a:t>
            </a:r>
            <a:endParaRPr lang="es-PE" sz="1600" dirty="0">
              <a:solidFill>
                <a:srgbClr val="0066CC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2321F05-C963-C3D0-C740-C29B92955329}"/>
              </a:ext>
            </a:extLst>
          </p:cNvPr>
          <p:cNvSpPr/>
          <p:nvPr/>
        </p:nvSpPr>
        <p:spPr>
          <a:xfrm>
            <a:off x="8116934" y="2947502"/>
            <a:ext cx="1220935" cy="721023"/>
          </a:xfrm>
          <a:prstGeom prst="rect">
            <a:avLst/>
          </a:prstGeom>
          <a:solidFill>
            <a:srgbClr val="388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Bajo riesgo de RAM</a:t>
            </a:r>
            <a:endParaRPr lang="es-PE" sz="1600" dirty="0"/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98B5D145-1CF9-3FD1-31CB-10A142CD1DD7}"/>
              </a:ext>
            </a:extLst>
          </p:cNvPr>
          <p:cNvCxnSpPr>
            <a:cxnSpLocks/>
            <a:stCxn id="1028" idx="3"/>
            <a:endCxn id="16" idx="1"/>
          </p:cNvCxnSpPr>
          <p:nvPr/>
        </p:nvCxnSpPr>
        <p:spPr>
          <a:xfrm>
            <a:off x="7538124" y="3120704"/>
            <a:ext cx="578810" cy="18731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2E029113-9A5B-0507-D2B7-6841F11C40DD}"/>
              </a:ext>
            </a:extLst>
          </p:cNvPr>
          <p:cNvCxnSpPr>
            <a:cxnSpLocks/>
            <a:stCxn id="1028" idx="3"/>
            <a:endCxn id="11" idx="1"/>
          </p:cNvCxnSpPr>
          <p:nvPr/>
        </p:nvCxnSpPr>
        <p:spPr>
          <a:xfrm flipV="1">
            <a:off x="7538124" y="1680318"/>
            <a:ext cx="572536" cy="144038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FD9947E7-B9BF-1EE0-20AF-A1AE13B25796}"/>
              </a:ext>
            </a:extLst>
          </p:cNvPr>
          <p:cNvCxnSpPr>
            <a:cxnSpLocks/>
            <a:stCxn id="1028" idx="3"/>
            <a:endCxn id="12" idx="1"/>
          </p:cNvCxnSpPr>
          <p:nvPr/>
        </p:nvCxnSpPr>
        <p:spPr>
          <a:xfrm flipV="1">
            <a:off x="7538124" y="2473732"/>
            <a:ext cx="572536" cy="64697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64B20C4-64F3-FF34-8143-6E16EF3CB233}"/>
              </a:ext>
            </a:extLst>
          </p:cNvPr>
          <p:cNvSpPr txBox="1"/>
          <p:nvPr/>
        </p:nvSpPr>
        <p:spPr>
          <a:xfrm>
            <a:off x="4753520" y="4479644"/>
            <a:ext cx="2993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Paso 01</a:t>
            </a:r>
            <a:r>
              <a:rPr lang="es-ES" sz="1200" dirty="0">
                <a:solidFill>
                  <a:srgbClr val="00B0F0"/>
                </a:solidFill>
              </a:rPr>
              <a:t>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srgbClr val="00B0F0"/>
                </a:solidFill>
              </a:rPr>
              <a:t>Algoritmo de IA : evalúa interacciones.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srgbClr val="00B0F0"/>
                </a:solidFill>
              </a:rPr>
              <a:t>Morbilidad.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srgbClr val="00B0F0"/>
                </a:solidFill>
              </a:rPr>
              <a:t>Medicamentos frecuentes.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srgbClr val="00B0F0"/>
                </a:solidFill>
              </a:rPr>
              <a:t>Antecedentes de Alergias.</a:t>
            </a:r>
            <a:endParaRPr lang="es-PE" sz="1200" dirty="0">
              <a:solidFill>
                <a:srgbClr val="00B0F0"/>
              </a:solidFill>
            </a:endParaRPr>
          </a:p>
        </p:txBody>
      </p:sp>
      <p:pic>
        <p:nvPicPr>
          <p:cNvPr id="1030" name="Picture 6" descr="vector de icono de inteligencia artificial. ilustración de ...">
            <a:extLst>
              <a:ext uri="{FF2B5EF4-FFF2-40B4-BE49-F238E27FC236}">
                <a16:creationId xmlns:a16="http://schemas.microsoft.com/office/drawing/2014/main" id="{F31F10C8-FC4D-1DD9-CABB-F8EE8886E2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6" t="15953" r="5380" b="15924"/>
          <a:stretch>
            <a:fillRect/>
          </a:stretch>
        </p:blipFill>
        <p:spPr bwMode="auto">
          <a:xfrm>
            <a:off x="6728179" y="3562566"/>
            <a:ext cx="582997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Abrir llave 31">
            <a:extLst>
              <a:ext uri="{FF2B5EF4-FFF2-40B4-BE49-F238E27FC236}">
                <a16:creationId xmlns:a16="http://schemas.microsoft.com/office/drawing/2014/main" id="{CBCA8226-EAD2-C1E3-12D0-7581C2690A11}"/>
              </a:ext>
            </a:extLst>
          </p:cNvPr>
          <p:cNvSpPr/>
          <p:nvPr/>
        </p:nvSpPr>
        <p:spPr>
          <a:xfrm>
            <a:off x="9409157" y="1026128"/>
            <a:ext cx="746620" cy="2208058"/>
          </a:xfrm>
          <a:prstGeom prst="leftBrace">
            <a:avLst>
              <a:gd name="adj1" fmla="val 8333"/>
              <a:gd name="adj2" fmla="val 457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ABDC950-A3E8-E99E-D2C8-B2D95B6A74FD}"/>
              </a:ext>
            </a:extLst>
          </p:cNvPr>
          <p:cNvSpPr txBox="1"/>
          <p:nvPr/>
        </p:nvSpPr>
        <p:spPr>
          <a:xfrm>
            <a:off x="9902648" y="1015079"/>
            <a:ext cx="195274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Des-prescripción</a:t>
            </a:r>
            <a:r>
              <a:rPr lang="es-E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Reducción de costos en medicamentos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Reducción de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Reducción de hospitalización por 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Mejora de calidad de atención</a:t>
            </a:r>
            <a:endParaRPr lang="es-PE" sz="12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FBEE342-8981-1DB6-A489-AFA97311D700}"/>
              </a:ext>
            </a:extLst>
          </p:cNvPr>
          <p:cNvSpPr txBox="1"/>
          <p:nvPr/>
        </p:nvSpPr>
        <p:spPr>
          <a:xfrm>
            <a:off x="2945086" y="407703"/>
            <a:ext cx="4056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70C0"/>
                </a:solidFill>
              </a:rPr>
              <a:t>Proyecto: SIGRAM- AM</a:t>
            </a:r>
            <a:endParaRPr lang="es-PE" sz="2400" dirty="0">
              <a:solidFill>
                <a:srgbClr val="0070C0"/>
              </a:solidFill>
            </a:endParaRPr>
          </a:p>
        </p:txBody>
      </p:sp>
      <p:sp>
        <p:nvSpPr>
          <p:cNvPr id="2" name="Abrir llave 1">
            <a:extLst>
              <a:ext uri="{FF2B5EF4-FFF2-40B4-BE49-F238E27FC236}">
                <a16:creationId xmlns:a16="http://schemas.microsoft.com/office/drawing/2014/main" id="{52BEA4B1-1F22-B60D-C915-F4EC30DC46B8}"/>
              </a:ext>
            </a:extLst>
          </p:cNvPr>
          <p:cNvSpPr/>
          <p:nvPr/>
        </p:nvSpPr>
        <p:spPr>
          <a:xfrm rot="16200000">
            <a:off x="9707520" y="2332606"/>
            <a:ext cx="590980" cy="366980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546A55-78AE-953A-B5F9-06D679690F7E}"/>
              </a:ext>
            </a:extLst>
          </p:cNvPr>
          <p:cNvSpPr txBox="1"/>
          <p:nvPr/>
        </p:nvSpPr>
        <p:spPr>
          <a:xfrm>
            <a:off x="8983440" y="4479645"/>
            <a:ext cx="2780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Paso 02:</a:t>
            </a:r>
          </a:p>
          <a:p>
            <a:pPr marL="285750" indent="-285750">
              <a:buFontTx/>
              <a:buChar char="-"/>
            </a:pPr>
            <a:r>
              <a:rPr lang="es-ES" sz="1200" dirty="0">
                <a:solidFill>
                  <a:srgbClr val="00B0F0"/>
                </a:solidFill>
              </a:rPr>
              <a:t>Evaluar polifarmacia e </a:t>
            </a:r>
            <a:r>
              <a:rPr lang="es-ES" sz="1200" dirty="0" err="1">
                <a:solidFill>
                  <a:srgbClr val="00B0F0"/>
                </a:solidFill>
              </a:rPr>
              <a:t>Hiper-frecuentadores</a:t>
            </a:r>
            <a:r>
              <a:rPr lang="es-ES" sz="1200" dirty="0">
                <a:solidFill>
                  <a:srgbClr val="00B0F0"/>
                </a:solidFill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s-ES" sz="1200" dirty="0">
                <a:solidFill>
                  <a:srgbClr val="00B0F0"/>
                </a:solidFill>
              </a:rPr>
              <a:t>Plan de optimización de medicamentos.</a:t>
            </a:r>
          </a:p>
          <a:p>
            <a:pPr marL="742950" lvl="1" indent="-285750">
              <a:buFontTx/>
              <a:buChar char="-"/>
            </a:pPr>
            <a:r>
              <a:rPr lang="es-ES" sz="1200" dirty="0">
                <a:solidFill>
                  <a:srgbClr val="00B0F0"/>
                </a:solidFill>
              </a:rPr>
              <a:t>Plan de atención integral.</a:t>
            </a:r>
            <a:endParaRPr lang="es-PE" sz="1200" dirty="0">
              <a:solidFill>
                <a:srgbClr val="00B0F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79C22F4-F3CA-D75F-3D61-05396F840013}"/>
              </a:ext>
            </a:extLst>
          </p:cNvPr>
          <p:cNvSpPr/>
          <p:nvPr/>
        </p:nvSpPr>
        <p:spPr>
          <a:xfrm>
            <a:off x="7746653" y="707999"/>
            <a:ext cx="4427854" cy="310862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4" name="Picture 6" descr="vector de icono de inteligencia artificial. ilustración de ...">
            <a:extLst>
              <a:ext uri="{FF2B5EF4-FFF2-40B4-BE49-F238E27FC236}">
                <a16:creationId xmlns:a16="http://schemas.microsoft.com/office/drawing/2014/main" id="{A19F5E0D-D277-DC2A-7E97-797D2E05A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6" t="15953" r="5380" b="15924"/>
          <a:stretch>
            <a:fillRect/>
          </a:stretch>
        </p:blipFill>
        <p:spPr bwMode="auto">
          <a:xfrm>
            <a:off x="10726178" y="4248811"/>
            <a:ext cx="582997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ángulo 38">
            <a:extLst>
              <a:ext uri="{FF2B5EF4-FFF2-40B4-BE49-F238E27FC236}">
                <a16:creationId xmlns:a16="http://schemas.microsoft.com/office/drawing/2014/main" id="{BF595788-9E12-9F4A-55A0-F371F1B2A943}"/>
              </a:ext>
            </a:extLst>
          </p:cNvPr>
          <p:cNvSpPr/>
          <p:nvPr/>
        </p:nvSpPr>
        <p:spPr>
          <a:xfrm>
            <a:off x="7746653" y="386139"/>
            <a:ext cx="4427854" cy="305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Real Time en ESSI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1798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1DD2B-9991-9760-2232-71C2EF9F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91147D-77ED-3236-16DD-9E76B9684B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00" b="-999"/>
            </a:stretch>
          </a:blipFill>
        </p:spPr>
        <p:txBody>
          <a:bodyPr/>
          <a:lstStyle/>
          <a:p>
            <a:endParaRPr lang="en-GB" sz="933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E212294-3329-F175-98D4-6CFA91AEB7BF}"/>
              </a:ext>
            </a:extLst>
          </p:cNvPr>
          <p:cNvGrpSpPr>
            <a:grpSpLocks noChangeAspect="1"/>
          </p:cNvGrpSpPr>
          <p:nvPr/>
        </p:nvGrpSpPr>
        <p:grpSpPr>
          <a:xfrm>
            <a:off x="115074" y="111661"/>
            <a:ext cx="1037800" cy="1037800"/>
            <a:chOff x="0" y="0"/>
            <a:chExt cx="2075600" cy="20756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0CE053-7D2F-2011-43D9-836C71CFF58E}"/>
                </a:ext>
              </a:extLst>
            </p:cNvPr>
            <p:cNvSpPr/>
            <p:nvPr/>
          </p:nvSpPr>
          <p:spPr>
            <a:xfrm>
              <a:off x="0" y="0"/>
              <a:ext cx="2075561" cy="2075561"/>
            </a:xfrm>
            <a:custGeom>
              <a:avLst/>
              <a:gdLst/>
              <a:ahLst/>
              <a:cxnLst/>
              <a:rect l="l" t="t" r="r" b="b"/>
              <a:pathLst>
                <a:path w="2075561" h="2075561">
                  <a:moveTo>
                    <a:pt x="0" y="0"/>
                  </a:moveTo>
                  <a:lnTo>
                    <a:pt x="2075561" y="0"/>
                  </a:lnTo>
                  <a:lnTo>
                    <a:pt x="2075561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en-GB" sz="933"/>
            </a:p>
          </p:txBody>
        </p:sp>
      </p:grp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E312A84-4DB9-C698-441E-83532193705B}"/>
              </a:ext>
            </a:extLst>
          </p:cNvPr>
          <p:cNvGraphicFramePr/>
          <p:nvPr/>
        </p:nvGraphicFramePr>
        <p:xfrm>
          <a:off x="1424784" y="983697"/>
          <a:ext cx="9342432" cy="5657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Flecha: a la izquierda y derecha 6">
            <a:extLst>
              <a:ext uri="{FF2B5EF4-FFF2-40B4-BE49-F238E27FC236}">
                <a16:creationId xmlns:a16="http://schemas.microsoft.com/office/drawing/2014/main" id="{BCFA0F1E-1E12-1FF9-9CFC-1CCD795E82CE}"/>
              </a:ext>
            </a:extLst>
          </p:cNvPr>
          <p:cNvSpPr/>
          <p:nvPr/>
        </p:nvSpPr>
        <p:spPr>
          <a:xfrm>
            <a:off x="3773291" y="4624360"/>
            <a:ext cx="3475892" cy="312540"/>
          </a:xfrm>
          <a:prstGeom prst="leftRightArrow">
            <a:avLst/>
          </a:prstGeom>
          <a:solidFill>
            <a:srgbClr val="FAC2CE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7DC506-DE80-C97E-F1BB-D6FFAC1ACC51}"/>
              </a:ext>
            </a:extLst>
          </p:cNvPr>
          <p:cNvSpPr txBox="1"/>
          <p:nvPr/>
        </p:nvSpPr>
        <p:spPr>
          <a:xfrm>
            <a:off x="4019250" y="4635055"/>
            <a:ext cx="3374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PE" sz="1200" dirty="0"/>
              <a:t>Análisis de interacciones medicamentosas</a:t>
            </a:r>
            <a:endParaRPr lang="es-MX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7EA3BD-D6A0-D3FF-CA79-F2135AE49362}"/>
              </a:ext>
            </a:extLst>
          </p:cNvPr>
          <p:cNvSpPr txBox="1"/>
          <p:nvPr/>
        </p:nvSpPr>
        <p:spPr>
          <a:xfrm>
            <a:off x="8702838" y="4200918"/>
            <a:ext cx="33430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200" b="1" dirty="0">
                <a:solidFill>
                  <a:srgbClr val="0070C0"/>
                </a:solidFill>
              </a:rPr>
              <a:t>Medicación optimizada</a:t>
            </a:r>
          </a:p>
          <a:p>
            <a:r>
              <a:rPr lang="es-ES" sz="1200" b="1" dirty="0">
                <a:solidFill>
                  <a:srgbClr val="0070C0"/>
                </a:solidFill>
              </a:rPr>
              <a:t>N.º de fármacos adecuado al paciente</a:t>
            </a:r>
          </a:p>
          <a:p>
            <a:endParaRPr lang="es-ES" sz="1200" b="1" dirty="0">
              <a:solidFill>
                <a:srgbClr val="0070C0"/>
              </a:solidFill>
            </a:endParaRPr>
          </a:p>
          <a:p>
            <a:r>
              <a:rPr lang="es-ES" sz="1200" b="1" dirty="0">
                <a:solidFill>
                  <a:srgbClr val="0070C0"/>
                </a:solidFill>
              </a:rPr>
              <a:t>↓ </a:t>
            </a:r>
            <a:r>
              <a:rPr lang="es-PE" sz="1200" b="1" dirty="0">
                <a:solidFill>
                  <a:srgbClr val="0070C0"/>
                </a:solidFill>
              </a:rPr>
              <a:t>Costos</a:t>
            </a:r>
          </a:p>
          <a:p>
            <a:r>
              <a:rPr lang="es-ES" sz="1200" b="1" dirty="0">
                <a:solidFill>
                  <a:srgbClr val="0070C0"/>
                </a:solidFill>
              </a:rPr>
              <a:t>↓ Reacciones adversas a medicamentos</a:t>
            </a:r>
          </a:p>
          <a:p>
            <a:r>
              <a:rPr lang="es-ES" sz="1200" b="1" dirty="0">
                <a:solidFill>
                  <a:srgbClr val="0070C0"/>
                </a:solidFill>
              </a:rPr>
              <a:t>↓ Hospitalizaciones y costos</a:t>
            </a:r>
          </a:p>
          <a:p>
            <a:r>
              <a:rPr lang="es-ES" sz="1200" b="1" dirty="0">
                <a:solidFill>
                  <a:srgbClr val="0070C0"/>
                </a:solidFill>
              </a:rPr>
              <a:t>↑ Funcionalidad y calidad de vida</a:t>
            </a:r>
            <a:endParaRPr lang="es-MX" sz="1200" dirty="0">
              <a:solidFill>
                <a:srgbClr val="0070C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716748A-53A2-0CFD-D674-5A20BE2D1A7E}"/>
              </a:ext>
            </a:extLst>
          </p:cNvPr>
          <p:cNvSpPr txBox="1"/>
          <p:nvPr/>
        </p:nvSpPr>
        <p:spPr>
          <a:xfrm>
            <a:off x="4119860" y="6397723"/>
            <a:ext cx="12760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PE" sz="1050" dirty="0"/>
              <a:t>Cada 6–12 meses</a:t>
            </a:r>
          </a:p>
        </p:txBody>
      </p:sp>
      <p:sp>
        <p:nvSpPr>
          <p:cNvPr id="11" name="Flecha: a la izquierda y derecha 10">
            <a:extLst>
              <a:ext uri="{FF2B5EF4-FFF2-40B4-BE49-F238E27FC236}">
                <a16:creationId xmlns:a16="http://schemas.microsoft.com/office/drawing/2014/main" id="{C15BDD28-38FA-4F68-EA66-6340F29D9406}"/>
              </a:ext>
            </a:extLst>
          </p:cNvPr>
          <p:cNvSpPr/>
          <p:nvPr/>
        </p:nvSpPr>
        <p:spPr>
          <a:xfrm>
            <a:off x="4573211" y="2650142"/>
            <a:ext cx="3374086" cy="379532"/>
          </a:xfrm>
          <a:prstGeom prst="leftRightArrow">
            <a:avLst/>
          </a:prstGeom>
          <a:solidFill>
            <a:srgbClr val="FAC2CE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915E97-166B-6A3A-BFBF-7907E9D416BB}"/>
              </a:ext>
            </a:extLst>
          </p:cNvPr>
          <p:cNvSpPr txBox="1"/>
          <p:nvPr/>
        </p:nvSpPr>
        <p:spPr>
          <a:xfrm>
            <a:off x="4834558" y="2701408"/>
            <a:ext cx="3076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PE" sz="1200" dirty="0"/>
              <a:t>Análisis de interacciones medicamentosas</a:t>
            </a:r>
            <a:endParaRPr lang="es-MX" sz="1200" dirty="0"/>
          </a:p>
        </p:txBody>
      </p:sp>
      <p:pic>
        <p:nvPicPr>
          <p:cNvPr id="14" name="Picture 6" descr="Icono&#10;&#10;El contenido generado por IA puede ser incorrecto.">
            <a:extLst>
              <a:ext uri="{FF2B5EF4-FFF2-40B4-BE49-F238E27FC236}">
                <a16:creationId xmlns:a16="http://schemas.microsoft.com/office/drawing/2014/main" id="{32EEC68B-1A6B-D06B-BD6C-094E93073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165" y="1898406"/>
            <a:ext cx="518445" cy="47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70">
            <a:extLst>
              <a:ext uri="{FF2B5EF4-FFF2-40B4-BE49-F238E27FC236}">
                <a16:creationId xmlns:a16="http://schemas.microsoft.com/office/drawing/2014/main" id="{935E8750-670D-0A09-8DA7-7FA2D671CE97}"/>
              </a:ext>
            </a:extLst>
          </p:cNvPr>
          <p:cNvSpPr txBox="1"/>
          <p:nvPr/>
        </p:nvSpPr>
        <p:spPr>
          <a:xfrm>
            <a:off x="7211149" y="2065843"/>
            <a:ext cx="228511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200" dirty="0">
                <a:ea typeface="Calibri"/>
                <a:cs typeface="Calibri"/>
              </a:rPr>
              <a:t>Alerta de polifarmacia en ESSI</a:t>
            </a:r>
            <a:endParaRPr lang="es-ES" sz="1200" dirty="0"/>
          </a:p>
        </p:txBody>
      </p:sp>
      <p:pic>
        <p:nvPicPr>
          <p:cNvPr id="16" name="Picture 6" descr="Icono&#10;&#10;El contenido generado por IA puede ser incorrecto.">
            <a:extLst>
              <a:ext uri="{FF2B5EF4-FFF2-40B4-BE49-F238E27FC236}">
                <a16:creationId xmlns:a16="http://schemas.microsoft.com/office/drawing/2014/main" id="{654E71E5-AE74-E490-011A-334F80DDC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112" y="2508169"/>
            <a:ext cx="518445" cy="47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70">
            <a:extLst>
              <a:ext uri="{FF2B5EF4-FFF2-40B4-BE49-F238E27FC236}">
                <a16:creationId xmlns:a16="http://schemas.microsoft.com/office/drawing/2014/main" id="{9F4E5CDC-088E-8618-A2FA-13FD2547E0B1}"/>
              </a:ext>
            </a:extLst>
          </p:cNvPr>
          <p:cNvSpPr txBox="1"/>
          <p:nvPr/>
        </p:nvSpPr>
        <p:spPr>
          <a:xfrm>
            <a:off x="8899557" y="2584015"/>
            <a:ext cx="2285111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200">
                <a:ea typeface="Calibri"/>
                <a:cs typeface="Calibri"/>
              </a:rPr>
              <a:t>Alerta de interacciones medicamentosas en ESSI</a:t>
            </a:r>
            <a:endParaRPr lang="es-ES" sz="1200"/>
          </a:p>
        </p:txBody>
      </p:sp>
      <p:pic>
        <p:nvPicPr>
          <p:cNvPr id="18" name="Picture 6" descr="Icono&#10;&#10;El contenido generado por IA puede ser incorrecto.">
            <a:extLst>
              <a:ext uri="{FF2B5EF4-FFF2-40B4-BE49-F238E27FC236}">
                <a16:creationId xmlns:a16="http://schemas.microsoft.com/office/drawing/2014/main" id="{9BA3D3B9-52EF-4E77-24D3-AC854B88A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240" y="4506907"/>
            <a:ext cx="518445" cy="47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70">
            <a:extLst>
              <a:ext uri="{FF2B5EF4-FFF2-40B4-BE49-F238E27FC236}">
                <a16:creationId xmlns:a16="http://schemas.microsoft.com/office/drawing/2014/main" id="{AAB0253E-7B93-BEE8-D3BB-A3DF8639BEC3}"/>
              </a:ext>
            </a:extLst>
          </p:cNvPr>
          <p:cNvSpPr txBox="1"/>
          <p:nvPr/>
        </p:nvSpPr>
        <p:spPr>
          <a:xfrm>
            <a:off x="1204052" y="4588191"/>
            <a:ext cx="2285111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200" dirty="0">
                <a:ea typeface="Calibri"/>
                <a:cs typeface="Calibri"/>
              </a:rPr>
              <a:t>Alerta de interacciones medicamentosas en ESSI</a:t>
            </a:r>
            <a:endParaRPr lang="es-ES" sz="1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AA73F74-999A-C1AF-4A0A-C3367B4B584E}"/>
              </a:ext>
            </a:extLst>
          </p:cNvPr>
          <p:cNvSpPr txBox="1"/>
          <p:nvPr/>
        </p:nvSpPr>
        <p:spPr>
          <a:xfrm>
            <a:off x="1171706" y="1260961"/>
            <a:ext cx="1901772" cy="1784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333" b="1" dirty="0">
                <a:solidFill>
                  <a:srgbClr val="0070C0"/>
                </a:solidFill>
                <a:ea typeface="Segoe UI"/>
                <a:cs typeface="Segoe UI"/>
              </a:rPr>
              <a:t>89.3%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adultos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mayores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hipertensos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tiene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polifarmacia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​</a:t>
            </a:r>
            <a:endParaRPr lang="es-ES" sz="1867" dirty="0">
              <a:solidFill>
                <a:srgbClr val="0070C0"/>
              </a:solidFill>
              <a:ea typeface="Calibri"/>
              <a:cs typeface="Calibri"/>
            </a:endParaRPr>
          </a:p>
          <a:p>
            <a:pPr algn="ctr"/>
            <a:endParaRPr lang="en-US" sz="1333" dirty="0">
              <a:solidFill>
                <a:srgbClr val="0070C0"/>
              </a:solidFill>
              <a:ea typeface="Segoe UI"/>
              <a:cs typeface="Segoe UI"/>
            </a:endParaRPr>
          </a:p>
          <a:p>
            <a:pPr algn="ctr" rtl="0"/>
            <a:r>
              <a:rPr lang="en-US" sz="1333" b="1" dirty="0">
                <a:solidFill>
                  <a:srgbClr val="0070C0"/>
                </a:solidFill>
                <a:ea typeface="Segoe UI"/>
                <a:cs typeface="Segoe UI"/>
              </a:rPr>
              <a:t>90%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adultos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mayores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 con diabetes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tiene</a:t>
            </a:r>
            <a:r>
              <a:rPr lang="en-US" sz="1333" dirty="0">
                <a:solidFill>
                  <a:srgbClr val="0070C0"/>
                </a:solidFill>
                <a:ea typeface="Segoe UI"/>
                <a:cs typeface="Segoe UI"/>
              </a:rPr>
              <a:t> </a:t>
            </a:r>
            <a:r>
              <a:rPr lang="en-US" sz="1333" dirty="0" err="1">
                <a:solidFill>
                  <a:srgbClr val="0070C0"/>
                </a:solidFill>
                <a:ea typeface="Segoe UI"/>
                <a:cs typeface="Segoe UI"/>
              </a:rPr>
              <a:t>polifarmacia</a:t>
            </a:r>
            <a:endParaRPr lang="en-US" sz="1333" dirty="0">
              <a:solidFill>
                <a:srgbClr val="0070C0"/>
              </a:solidFill>
              <a:ea typeface="Segoe UI"/>
              <a:cs typeface="Segoe UI"/>
            </a:endParaRPr>
          </a:p>
          <a:p>
            <a:pPr algn="ctr"/>
            <a:endParaRPr lang="es-ES" sz="1867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F8509B4-AF6C-922B-8EE5-C886845B6D1A}"/>
              </a:ext>
            </a:extLst>
          </p:cNvPr>
          <p:cNvSpPr txBox="1"/>
          <p:nvPr/>
        </p:nvSpPr>
        <p:spPr>
          <a:xfrm>
            <a:off x="9163163" y="3726523"/>
            <a:ext cx="18465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dirty="0"/>
              <a:t>Resultados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630DC11C-14D0-CCC6-A44A-7379BC7E4E3E}"/>
              </a:ext>
            </a:extLst>
          </p:cNvPr>
          <p:cNvGraphicFramePr>
            <a:graphicFrameLocks noGrp="1"/>
          </p:cNvGraphicFramePr>
          <p:nvPr/>
        </p:nvGraphicFramePr>
        <p:xfrm>
          <a:off x="981235" y="2937767"/>
          <a:ext cx="2281765" cy="1409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283">
                  <a:extLst>
                    <a:ext uri="{9D8B030D-6E8A-4147-A177-3AD203B41FA5}">
                      <a16:colId xmlns:a16="http://schemas.microsoft.com/office/drawing/2014/main" val="969013381"/>
                    </a:ext>
                  </a:extLst>
                </a:gridCol>
                <a:gridCol w="1115482">
                  <a:extLst>
                    <a:ext uri="{9D8B030D-6E8A-4147-A177-3AD203B41FA5}">
                      <a16:colId xmlns:a16="http://schemas.microsoft.com/office/drawing/2014/main" val="1264894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Rango de medicamentos</a:t>
                      </a:r>
                      <a:endParaRPr lang="es-PE" sz="10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b="1" u="none" strike="noStrike" dirty="0" err="1">
                          <a:solidFill>
                            <a:srgbClr val="0070C0"/>
                          </a:solidFill>
                          <a:effectLst/>
                        </a:rPr>
                        <a:t>Total_pacientes</a:t>
                      </a:r>
                      <a:r>
                        <a:rPr lang="es-PE" sz="10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*</a:t>
                      </a:r>
                    </a:p>
                    <a:p>
                      <a:pPr algn="ctr" fontAlgn="b">
                        <a:buNone/>
                      </a:pPr>
                      <a:endParaRPr lang="es-PE" sz="10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3011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05 a 09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37592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1273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10 a 14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18872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1182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15 a 19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3599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8273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20 a 24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357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7485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25 a 29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56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206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30 a más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70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365697"/>
                  </a:ext>
                </a:extLst>
              </a:tr>
            </a:tbl>
          </a:graphicData>
        </a:graphic>
      </p:graphicFrame>
      <p:sp>
        <p:nvSpPr>
          <p:cNvPr id="23" name="Google Shape;103;p21">
            <a:extLst>
              <a:ext uri="{FF2B5EF4-FFF2-40B4-BE49-F238E27FC236}">
                <a16:creationId xmlns:a16="http://schemas.microsoft.com/office/drawing/2014/main" id="{5EC9E180-4206-CFEE-36D3-B0E89CFA7347}"/>
              </a:ext>
            </a:extLst>
          </p:cNvPr>
          <p:cNvSpPr txBox="1"/>
          <p:nvPr/>
        </p:nvSpPr>
        <p:spPr>
          <a:xfrm>
            <a:off x="1099971" y="109964"/>
            <a:ext cx="10666779" cy="91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600"/>
            </a:pPr>
            <a:r>
              <a:rPr lang="es-ES" sz="2667" b="1">
                <a:solidFill>
                  <a:srgbClr val="0077C2"/>
                </a:solidFill>
                <a:latin typeface="Tahoma"/>
                <a:ea typeface="Tahoma"/>
                <a:cs typeface="Tahoma"/>
              </a:rPr>
              <a:t>Programa </a:t>
            </a:r>
            <a:r>
              <a:rPr lang="es-ES" sz="2667" b="1" dirty="0">
                <a:solidFill>
                  <a:srgbClr val="0077C2"/>
                </a:solidFill>
                <a:latin typeface="Tahoma"/>
                <a:ea typeface="Tahoma"/>
                <a:cs typeface="Tahoma"/>
              </a:rPr>
              <a:t>para el manejo seguro de la polifarmacia</a:t>
            </a:r>
          </a:p>
          <a:p>
            <a:pPr algn="ctr">
              <a:buSzPts val="1600"/>
            </a:pPr>
            <a:endParaRPr lang="es-PE" sz="2667" b="1" dirty="0">
              <a:solidFill>
                <a:srgbClr val="0077C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5B25CB-0B6F-8029-EB56-C264E55A5924}"/>
              </a:ext>
            </a:extLst>
          </p:cNvPr>
          <p:cNvSpPr txBox="1"/>
          <p:nvPr/>
        </p:nvSpPr>
        <p:spPr>
          <a:xfrm>
            <a:off x="868449" y="4304077"/>
            <a:ext cx="1626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</a:rPr>
              <a:t>* A noviembre de 2025</a:t>
            </a:r>
          </a:p>
        </p:txBody>
      </p:sp>
    </p:spTree>
    <p:extLst>
      <p:ext uri="{BB962C8B-B14F-4D97-AF65-F5344CB8AC3E}">
        <p14:creationId xmlns:p14="http://schemas.microsoft.com/office/powerpoint/2010/main" val="3791489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58FFF80D-A3E2-A98E-A54E-86ABA78D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3;p21" descr="Index of /wp-content/uploads/elementor/thumbs">
            <a:extLst>
              <a:ext uri="{FF2B5EF4-FFF2-40B4-BE49-F238E27FC236}">
                <a16:creationId xmlns:a16="http://schemas.microsoft.com/office/drawing/2014/main" id="{EC94A77C-33F0-D3AC-BAC3-EABDD256C3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359" y="350981"/>
            <a:ext cx="1593259" cy="53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09E0E56-0E11-430C-F34E-27A5A20F06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239" y="108568"/>
            <a:ext cx="1037800" cy="1037800"/>
          </a:xfrm>
          <a:prstGeom prst="rect">
            <a:avLst/>
          </a:prstGeom>
        </p:spPr>
      </p:pic>
      <p:pic>
        <p:nvPicPr>
          <p:cNvPr id="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1626DE9D-D1DD-262E-78C2-F3A24220E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416" y="614919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6BEBACF-B284-8342-E06E-B8F0DDE6C1B7}"/>
              </a:ext>
            </a:extLst>
          </p:cNvPr>
          <p:cNvSpPr txBox="1">
            <a:spLocks/>
          </p:cNvSpPr>
          <p:nvPr/>
        </p:nvSpPr>
        <p:spPr>
          <a:xfrm>
            <a:off x="2164542" y="391882"/>
            <a:ext cx="8123979" cy="62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3600" b="1" kern="1200" dirty="0">
                <a:solidFill>
                  <a:srgbClr val="019AA8"/>
                </a:solidFill>
                <a:latin typeface="Trebuchet MS" panose="020B0603020202020204" pitchFamily="34" charset="0"/>
                <a:ea typeface="+mn-ea"/>
                <a:cs typeface="Tahoma" panose="020B0604030504040204" pitchFamily="34" charset="0"/>
                <a:sym typeface="Arial"/>
              </a:rPr>
              <a:t>Resultados esperados</a:t>
            </a:r>
            <a:endParaRPr lang="es-PE" sz="3600" kern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F5385E4-FA42-50D0-1E10-0EB85A852943}"/>
              </a:ext>
            </a:extLst>
          </p:cNvPr>
          <p:cNvSpPr txBox="1"/>
          <p:nvPr/>
        </p:nvSpPr>
        <p:spPr>
          <a:xfrm>
            <a:off x="440465" y="1521546"/>
            <a:ext cx="10850832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 marL="179388" lvl="0" indent="-179388" algn="just">
              <a:buClr>
                <a:srgbClr val="3192A9"/>
              </a:buClr>
              <a:buFont typeface="Arial" panose="020B0604020202020204" pitchFamily="34" charset="0"/>
              <a:buChar char="•"/>
              <a:defRPr sz="14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Reducción en 60% las </a:t>
            </a:r>
            <a:r>
              <a:rPr lang="es-ES" sz="2100" dirty="0" err="1">
                <a:solidFill>
                  <a:schemeClr val="accent5">
                    <a:lumMod val="50000"/>
                  </a:schemeClr>
                </a:solidFill>
              </a:rPr>
              <a:t>RAMs</a:t>
            </a: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 graves y prevenibles en población geriátrica hospitalizada y ambulatoria.</a:t>
            </a:r>
          </a:p>
          <a:p>
            <a:pPr>
              <a:spcAft>
                <a:spcPts val="600"/>
              </a:spcAft>
            </a:pP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Disminución de 80% de hospitalizaciones y reingresos evitables asociados a eventos adversos por medicamentos.</a:t>
            </a:r>
          </a:p>
          <a:p>
            <a:pPr>
              <a:spcAft>
                <a:spcPts val="600"/>
              </a:spcAft>
            </a:pP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Reducir la polifarmacia injustificada por una atención optimizada e integral.</a:t>
            </a:r>
          </a:p>
          <a:p>
            <a:pPr>
              <a:spcAft>
                <a:spcPts val="600"/>
              </a:spcAft>
            </a:pP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Optimización de la prescripción médica, con mayor adherencia a guías geriátricas y ajuste de dosis.</a:t>
            </a:r>
          </a:p>
          <a:p>
            <a:pPr>
              <a:spcAft>
                <a:spcPts val="600"/>
              </a:spcAft>
            </a:pP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Reducción de la estancia hospitalaria promedio atribuible a </a:t>
            </a:r>
            <a:r>
              <a:rPr lang="es-ES" sz="2100" dirty="0" err="1">
                <a:solidFill>
                  <a:schemeClr val="accent5">
                    <a:lumMod val="50000"/>
                  </a:schemeClr>
                </a:solidFill>
              </a:rPr>
              <a:t>RAMs</a:t>
            </a: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s-ES" sz="2100" dirty="0">
                <a:solidFill>
                  <a:schemeClr val="accent5">
                    <a:lumMod val="50000"/>
                  </a:schemeClr>
                </a:solidFill>
              </a:rPr>
              <a:t>Generación de indicadores de desempeño y ahorro para la toma de decisiones clínicas y gerenciales.</a:t>
            </a:r>
          </a:p>
        </p:txBody>
      </p:sp>
    </p:spTree>
    <p:extLst>
      <p:ext uri="{BB962C8B-B14F-4D97-AF65-F5344CB8AC3E}">
        <p14:creationId xmlns:p14="http://schemas.microsoft.com/office/powerpoint/2010/main" val="341749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EC7D9B37-EAAB-2CF6-1D1B-093CCB46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3;p21" descr="Index of /wp-content/uploads/elementor/thumbs">
            <a:extLst>
              <a:ext uri="{FF2B5EF4-FFF2-40B4-BE49-F238E27FC236}">
                <a16:creationId xmlns:a16="http://schemas.microsoft.com/office/drawing/2014/main" id="{3E3350E5-E2C5-B040-E9BA-C076943FA6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359" y="350981"/>
            <a:ext cx="1593259" cy="53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171BADD-CDC4-B58E-7958-093BC67BD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239" y="108568"/>
            <a:ext cx="1037800" cy="1037800"/>
          </a:xfrm>
          <a:prstGeom prst="rect">
            <a:avLst/>
          </a:prstGeom>
        </p:spPr>
      </p:pic>
      <p:pic>
        <p:nvPicPr>
          <p:cNvPr id="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754A0725-12FD-083C-1924-652700AE5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416" y="614919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47B79D72-ACFD-A594-D3B4-D3ECF4FEFD38}"/>
              </a:ext>
            </a:extLst>
          </p:cNvPr>
          <p:cNvSpPr txBox="1">
            <a:spLocks/>
          </p:cNvSpPr>
          <p:nvPr/>
        </p:nvSpPr>
        <p:spPr>
          <a:xfrm>
            <a:off x="2164542" y="391882"/>
            <a:ext cx="8123979" cy="62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3600" b="1" kern="1200" dirty="0">
                <a:solidFill>
                  <a:srgbClr val="019AA8"/>
                </a:solidFill>
                <a:latin typeface="Trebuchet MS" panose="020B0603020202020204" pitchFamily="34" charset="0"/>
                <a:ea typeface="+mn-ea"/>
                <a:cs typeface="Tahoma" panose="020B0604030504040204" pitchFamily="34" charset="0"/>
                <a:sym typeface="Arial"/>
              </a:rPr>
              <a:t>Cronograma</a:t>
            </a:r>
            <a:endParaRPr lang="es-PE" sz="3600" kern="0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65CEC79-E479-0913-E8E9-895ECCE9F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56272"/>
              </p:ext>
            </p:extLst>
          </p:nvPr>
        </p:nvGraphicFramePr>
        <p:xfrm>
          <a:off x="1062987" y="1211454"/>
          <a:ext cx="10629481" cy="4480891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607499">
                  <a:extLst>
                    <a:ext uri="{9D8B030D-6E8A-4147-A177-3AD203B41FA5}">
                      <a16:colId xmlns:a16="http://schemas.microsoft.com/office/drawing/2014/main" val="2679961359"/>
                    </a:ext>
                  </a:extLst>
                </a:gridCol>
                <a:gridCol w="3382549">
                  <a:extLst>
                    <a:ext uri="{9D8B030D-6E8A-4147-A177-3AD203B41FA5}">
                      <a16:colId xmlns:a16="http://schemas.microsoft.com/office/drawing/2014/main" val="1550637908"/>
                    </a:ext>
                  </a:extLst>
                </a:gridCol>
                <a:gridCol w="2239726">
                  <a:extLst>
                    <a:ext uri="{9D8B030D-6E8A-4147-A177-3AD203B41FA5}">
                      <a16:colId xmlns:a16="http://schemas.microsoft.com/office/drawing/2014/main" val="2286030658"/>
                    </a:ext>
                  </a:extLst>
                </a:gridCol>
                <a:gridCol w="1324283">
                  <a:extLst>
                    <a:ext uri="{9D8B030D-6E8A-4147-A177-3AD203B41FA5}">
                      <a16:colId xmlns:a16="http://schemas.microsoft.com/office/drawing/2014/main" val="3061564306"/>
                    </a:ext>
                  </a:extLst>
                </a:gridCol>
                <a:gridCol w="1075424">
                  <a:extLst>
                    <a:ext uri="{9D8B030D-6E8A-4147-A177-3AD203B41FA5}">
                      <a16:colId xmlns:a16="http://schemas.microsoft.com/office/drawing/2014/main" val="2573996608"/>
                    </a:ext>
                  </a:extLst>
                </a:gridCol>
              </a:tblGrid>
              <a:tr h="304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Fase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Actividades clave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/>
                        <a:t>Producto esperado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Inicio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Fin</a:t>
                      </a:r>
                      <a:endParaRPr lang="es-P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827927"/>
                  </a:ext>
                </a:extLst>
              </a:tr>
              <a:tr h="731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 dirty="0"/>
                        <a:t>1. Preparación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Equipo piloto, servicio seleccionado, </a:t>
                      </a:r>
                      <a:r>
                        <a:rPr lang="es-PE" dirty="0" err="1"/>
                        <a:t>RAMs</a:t>
                      </a:r>
                      <a:r>
                        <a:rPr lang="es-PE" dirty="0"/>
                        <a:t> prioritarias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Plan piloto aprobado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10/02/2026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27/02/2026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842141"/>
                  </a:ext>
                </a:extLst>
              </a:tr>
              <a:tr h="731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 dirty="0"/>
                        <a:t>2. Diseño técnico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Mapa de datos ESSI, reglas clínicas, diccionario 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Diseño funcional validado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15/02/2026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15/03/2026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812464"/>
                  </a:ext>
                </a:extLst>
              </a:tr>
              <a:tr h="731574">
                <a:tc>
                  <a:txBody>
                    <a:bodyPr/>
                    <a:lstStyle/>
                    <a:p>
                      <a:pPr marL="177800" indent="-177800">
                        <a:buNone/>
                      </a:pPr>
                      <a:r>
                        <a:rPr lang="es-PE" b="1" dirty="0"/>
                        <a:t>3. Desarrollo del producto mínimo viable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Motor de alertas, integración ESSI, diseño de mensajes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MVP operativo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15/03/2026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30/03/2026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514685"/>
                  </a:ext>
                </a:extLst>
              </a:tr>
              <a:tr h="518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 dirty="0"/>
                        <a:t>4. Validación clínica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Prueba en silent mode, ajuste de reglas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Reglas ajustadas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30/03/2026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15/04/2026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563770"/>
                  </a:ext>
                </a:extLst>
              </a:tr>
              <a:tr h="731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 dirty="0"/>
                        <a:t>5. Implementación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Activación de alertas, capacitación breve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dirty="0"/>
                        <a:t>Piloto activo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20/04/2026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20/05/2026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631234"/>
                  </a:ext>
                </a:extLst>
              </a:tr>
              <a:tr h="731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 dirty="0"/>
                        <a:t>6. Evaluación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/>
                        <a:t>Seguimiento de indicadores, análisis pre–post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/>
                        <a:t>Informe preliminar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2</a:t>
                      </a:r>
                      <a:r>
                        <a:rPr lang="es-PE" dirty="0"/>
                        <a:t>0/05/2026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15/06/2026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727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8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A543D2E3-D4EC-DE20-CA8D-626DE531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3;p21" descr="Index of /wp-content/uploads/elementor/thumbs">
            <a:extLst>
              <a:ext uri="{FF2B5EF4-FFF2-40B4-BE49-F238E27FC236}">
                <a16:creationId xmlns:a16="http://schemas.microsoft.com/office/drawing/2014/main" id="{4B3B5DC7-4FEF-A6CD-10B2-BD7B934B0E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359" y="350981"/>
            <a:ext cx="1593259" cy="53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160628D-614D-7FE7-5609-B3D9AE0EE0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239" y="108568"/>
            <a:ext cx="1037800" cy="1037800"/>
          </a:xfrm>
          <a:prstGeom prst="rect">
            <a:avLst/>
          </a:prstGeom>
        </p:spPr>
      </p:pic>
      <p:pic>
        <p:nvPicPr>
          <p:cNvPr id="3" name="Picture 2" descr="IETSI – Instituto de Evaluación de Tecnologías en Salud e Investigación">
            <a:extLst>
              <a:ext uri="{FF2B5EF4-FFF2-40B4-BE49-F238E27FC236}">
                <a16:creationId xmlns:a16="http://schemas.microsoft.com/office/drawing/2014/main" id="{E3B9074D-F3E9-4DEE-2996-2BE9C6C67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416" y="6149193"/>
            <a:ext cx="1662985" cy="5444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6A9C0063-7A36-F1C8-50B5-8CBC60E659E5}"/>
              </a:ext>
            </a:extLst>
          </p:cNvPr>
          <p:cNvSpPr txBox="1">
            <a:spLocks/>
          </p:cNvSpPr>
          <p:nvPr/>
        </p:nvSpPr>
        <p:spPr>
          <a:xfrm>
            <a:off x="2034010" y="374667"/>
            <a:ext cx="8123979" cy="62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3600" b="1" kern="1200" dirty="0">
                <a:solidFill>
                  <a:srgbClr val="019AA8"/>
                </a:solidFill>
                <a:latin typeface="Trebuchet MS" panose="020B0603020202020204" pitchFamily="34" charset="0"/>
                <a:ea typeface="+mn-ea"/>
                <a:cs typeface="Tahoma" panose="020B0604030504040204" pitchFamily="34" charset="0"/>
                <a:sym typeface="Arial"/>
              </a:rPr>
              <a:t>Conclusiones</a:t>
            </a:r>
            <a:endParaRPr lang="es-PE" sz="3600" kern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092FFE-B324-7C44-9A78-07DF53DA2102}"/>
              </a:ext>
            </a:extLst>
          </p:cNvPr>
          <p:cNvSpPr txBox="1"/>
          <p:nvPr/>
        </p:nvSpPr>
        <p:spPr>
          <a:xfrm>
            <a:off x="613459" y="1383047"/>
            <a:ext cx="1085083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 marL="179388" lvl="0" indent="-179388" algn="just">
              <a:buClr>
                <a:srgbClr val="3192A9"/>
              </a:buClr>
              <a:buFont typeface="Arial" panose="020B0604020202020204" pitchFamily="34" charset="0"/>
              <a:buChar char="•"/>
              <a:defRPr sz="14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s-ES" sz="2400" dirty="0">
                <a:solidFill>
                  <a:schemeClr val="accent5">
                    <a:lumMod val="50000"/>
                  </a:schemeClr>
                </a:solidFill>
              </a:rPr>
              <a:t>SIGRAM-AM es una intervención costo-efectiva orientada a uno de los principales problemas de calidad y seguridad en EsSalud: las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</a:rPr>
              <a:t>RAMs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</a:rPr>
              <a:t> en adultos mayores.</a:t>
            </a:r>
          </a:p>
          <a:p>
            <a:pPr>
              <a:spcAft>
                <a:spcPts val="600"/>
              </a:spcAft>
            </a:pPr>
            <a:r>
              <a:rPr lang="es-ES" sz="2400" dirty="0">
                <a:solidFill>
                  <a:schemeClr val="accent5">
                    <a:lumMod val="50000"/>
                  </a:schemeClr>
                </a:solidFill>
              </a:rPr>
              <a:t>La integración de prescripción, diagnósticos y eventos clínicos en tiempo real permite pasar de una farmacovigilancia reactiva a una farmacovigilancia clínica activa.</a:t>
            </a:r>
          </a:p>
          <a:p>
            <a:pPr>
              <a:spcAft>
                <a:spcPts val="600"/>
              </a:spcAft>
            </a:pPr>
            <a:r>
              <a:rPr lang="es-ES" sz="2400" dirty="0">
                <a:solidFill>
                  <a:schemeClr val="accent5">
                    <a:lumMod val="50000"/>
                  </a:schemeClr>
                </a:solidFill>
              </a:rPr>
              <a:t>El uso de alertas priorizadas y validadas clínicamente mejora la seguridad del paciente sin generar fatiga en el personal de salud.</a:t>
            </a:r>
          </a:p>
          <a:p>
            <a:pPr>
              <a:spcAft>
                <a:spcPts val="600"/>
              </a:spcAft>
            </a:pPr>
            <a:r>
              <a:rPr lang="es-ES" sz="2400" dirty="0">
                <a:solidFill>
                  <a:schemeClr val="accent5">
                    <a:lumMod val="50000"/>
                  </a:schemeClr>
                </a:solidFill>
              </a:rPr>
              <a:t>El proyecto fortalece el rol del farmacéutico clínico y del equipo asistencial, promoviendo decisiones informadas y oportunas.</a:t>
            </a:r>
          </a:p>
        </p:txBody>
      </p:sp>
    </p:spTree>
    <p:extLst>
      <p:ext uri="{BB962C8B-B14F-4D97-AF65-F5344CB8AC3E}">
        <p14:creationId xmlns:p14="http://schemas.microsoft.com/office/powerpoint/2010/main" val="387668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5D4356F-4471-995F-24DB-25C94C665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84976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3793</TotalTime>
  <Words>1470</Words>
  <Application>Microsoft Office PowerPoint</Application>
  <PresentationFormat>Panorámica</PresentationFormat>
  <Paragraphs>196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Calibri</vt:lpstr>
      <vt:lpstr>Segoe UI</vt:lpstr>
      <vt:lpstr>Tahoma</vt:lpstr>
      <vt:lpstr>Trebuchet MS</vt:lpstr>
      <vt:lpstr>ui-monospace</vt:lpstr>
      <vt:lpstr>Wingdings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IETSI DETS 7</dc:creator>
  <cp:lastModifiedBy>user</cp:lastModifiedBy>
  <cp:revision>260</cp:revision>
  <cp:lastPrinted>2025-09-03T21:57:40Z</cp:lastPrinted>
  <dcterms:created xsi:type="dcterms:W3CDTF">2025-03-27T16:24:39Z</dcterms:created>
  <dcterms:modified xsi:type="dcterms:W3CDTF">2026-02-18T13:04:50Z</dcterms:modified>
</cp:coreProperties>
</file>